
<file path=[Content_Types].xml><?xml version="1.0" encoding="utf-8"?>
<Types xmlns="http://schemas.openxmlformats.org/package/2006/content-types">
  <Default Extension="emf" ContentType="image/x-emf"/>
  <Default Extension="jpeg" ContentType="image/jpeg"/>
  <Default Extension="mp3" ContentType="audio/m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9.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0.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1.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6.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7.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8.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0"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60"/>
    <p:restoredTop sz="94647"/>
  </p:normalViewPr>
  <p:slideViewPr>
    <p:cSldViewPr snapToGrid="0">
      <p:cViewPr varScale="1">
        <p:scale>
          <a:sx n="149" d="100"/>
          <a:sy n="149" d="100"/>
        </p:scale>
        <p:origin x="192" y="21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_rels/data3.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ata4.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10" Type="http://schemas.openxmlformats.org/officeDocument/2006/relationships/image" Target="../media/image28.svg"/><Relationship Id="rId4" Type="http://schemas.openxmlformats.org/officeDocument/2006/relationships/image" Target="../media/image22.svg"/><Relationship Id="rId9" Type="http://schemas.openxmlformats.org/officeDocument/2006/relationships/image" Target="../media/image27.png"/></Relationships>
</file>

<file path=ppt/diagrams/_rels/data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5.svg"/><Relationship Id="rId1" Type="http://schemas.openxmlformats.org/officeDocument/2006/relationships/image" Target="../media/image34.png"/><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image" Target="../media/image28.svg"/></Relationships>
</file>

<file path=ppt/diagrams/_rels/data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svg"/><Relationship Id="rId1" Type="http://schemas.openxmlformats.org/officeDocument/2006/relationships/image" Target="../media/image38.png"/><Relationship Id="rId6" Type="http://schemas.openxmlformats.org/officeDocument/2006/relationships/image" Target="../media/image43.svg"/><Relationship Id="rId5" Type="http://schemas.openxmlformats.org/officeDocument/2006/relationships/image" Target="../media/image42.png"/><Relationship Id="rId4" Type="http://schemas.openxmlformats.org/officeDocument/2006/relationships/image" Target="../media/image41.svg"/></Relationships>
</file>

<file path=ppt/diagrams/_rels/data1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svg"/><Relationship Id="rId1" Type="http://schemas.openxmlformats.org/officeDocument/2006/relationships/image" Target="../media/image44.png"/><Relationship Id="rId6" Type="http://schemas.openxmlformats.org/officeDocument/2006/relationships/image" Target="../media/image49.svg"/><Relationship Id="rId5" Type="http://schemas.openxmlformats.org/officeDocument/2006/relationships/image" Target="../media/image48.png"/><Relationship Id="rId4" Type="http://schemas.openxmlformats.org/officeDocument/2006/relationships/image" Target="../media/image47.svg"/></Relationships>
</file>

<file path=ppt/diagrams/_rels/drawing3.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rawing4.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10" Type="http://schemas.openxmlformats.org/officeDocument/2006/relationships/image" Target="../media/image28.svg"/><Relationship Id="rId4" Type="http://schemas.openxmlformats.org/officeDocument/2006/relationships/image" Target="../media/image22.svg"/><Relationship Id="rId9" Type="http://schemas.openxmlformats.org/officeDocument/2006/relationships/image" Target="../media/image27.png"/></Relationships>
</file>

<file path=ppt/diagrams/_rels/drawing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5.svg"/><Relationship Id="rId1" Type="http://schemas.openxmlformats.org/officeDocument/2006/relationships/image" Target="../media/image34.png"/><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image" Target="../media/image28.svg"/></Relationships>
</file>

<file path=ppt/diagrams/_rels/drawing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svg"/><Relationship Id="rId1" Type="http://schemas.openxmlformats.org/officeDocument/2006/relationships/image" Target="../media/image38.png"/><Relationship Id="rId6" Type="http://schemas.openxmlformats.org/officeDocument/2006/relationships/image" Target="../media/image43.svg"/><Relationship Id="rId5" Type="http://schemas.openxmlformats.org/officeDocument/2006/relationships/image" Target="../media/image42.png"/><Relationship Id="rId4" Type="http://schemas.openxmlformats.org/officeDocument/2006/relationships/image" Target="../media/image41.svg"/></Relationships>
</file>

<file path=ppt/diagrams/_rels/drawing1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svg"/><Relationship Id="rId1" Type="http://schemas.openxmlformats.org/officeDocument/2006/relationships/image" Target="../media/image44.png"/><Relationship Id="rId6" Type="http://schemas.openxmlformats.org/officeDocument/2006/relationships/image" Target="../media/image49.svg"/><Relationship Id="rId5" Type="http://schemas.openxmlformats.org/officeDocument/2006/relationships/image" Target="../media/image48.png"/><Relationship Id="rId4" Type="http://schemas.openxmlformats.org/officeDocument/2006/relationships/image" Target="../media/image47.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9B09B18-D779-4B97-833C-A2AE0630638F}" type="doc">
      <dgm:prSet loTypeId="urn:microsoft.com/office/officeart/2005/8/layout/matrix3" loCatId="matrix" qsTypeId="urn:microsoft.com/office/officeart/2005/8/quickstyle/simple1" qsCatId="simple" csTypeId="urn:microsoft.com/office/officeart/2005/8/colors/accent1_2" csCatId="accent1"/>
      <dgm:spPr/>
      <dgm:t>
        <a:bodyPr/>
        <a:lstStyle/>
        <a:p>
          <a:endParaRPr lang="en-US"/>
        </a:p>
      </dgm:t>
    </dgm:pt>
    <dgm:pt modelId="{84F4B934-E44C-40FA-84AE-6A3324D04D0D}">
      <dgm:prSet/>
      <dgm:spPr/>
      <dgm:t>
        <a:bodyPr/>
        <a:lstStyle/>
        <a:p>
          <a:r>
            <a:rPr lang="en-US"/>
            <a:t>Problem: unclear global evidence on testing effectiveness</a:t>
          </a:r>
        </a:p>
      </dgm:t>
    </dgm:pt>
    <dgm:pt modelId="{EB3ED5B8-F645-4840-B9C6-EE94E28EEDAE}" type="parTrans" cxnId="{393915A7-0AC8-4E16-884C-9A9575CE93E9}">
      <dgm:prSet/>
      <dgm:spPr/>
      <dgm:t>
        <a:bodyPr/>
        <a:lstStyle/>
        <a:p>
          <a:endParaRPr lang="en-US"/>
        </a:p>
      </dgm:t>
    </dgm:pt>
    <dgm:pt modelId="{303F68E7-67A0-4048-B2B8-CA4187D20816}" type="sibTrans" cxnId="{393915A7-0AC8-4E16-884C-9A9575CE93E9}">
      <dgm:prSet/>
      <dgm:spPr/>
      <dgm:t>
        <a:bodyPr/>
        <a:lstStyle/>
        <a:p>
          <a:endParaRPr lang="en-US"/>
        </a:p>
      </dgm:t>
    </dgm:pt>
    <dgm:pt modelId="{3E63F5FB-1B48-4389-8B4B-F7C2EBC61CDB}">
      <dgm:prSet/>
      <dgm:spPr/>
      <dgm:t>
        <a:bodyPr/>
        <a:lstStyle/>
        <a:p>
          <a:r>
            <a:rPr lang="en-US"/>
            <a:t>Many studies examine testing OR outcomes, but not both</a:t>
          </a:r>
        </a:p>
      </dgm:t>
    </dgm:pt>
    <dgm:pt modelId="{9FE4BD0F-A989-40AA-9728-3EE93B84E7D9}" type="parTrans" cxnId="{BF71649E-75DC-475B-A3F5-3BF022D0C6DA}">
      <dgm:prSet/>
      <dgm:spPr/>
      <dgm:t>
        <a:bodyPr/>
        <a:lstStyle/>
        <a:p>
          <a:endParaRPr lang="en-US"/>
        </a:p>
      </dgm:t>
    </dgm:pt>
    <dgm:pt modelId="{B9F89ABB-7A1D-41C7-B2A7-B0F4404A99F1}" type="sibTrans" cxnId="{BF71649E-75DC-475B-A3F5-3BF022D0C6DA}">
      <dgm:prSet/>
      <dgm:spPr/>
      <dgm:t>
        <a:bodyPr/>
        <a:lstStyle/>
        <a:p>
          <a:endParaRPr lang="en-US"/>
        </a:p>
      </dgm:t>
    </dgm:pt>
    <dgm:pt modelId="{5C479409-8A82-4BD6-98FF-D4007090B6E6}">
      <dgm:prSet/>
      <dgm:spPr/>
      <dgm:t>
        <a:bodyPr/>
        <a:lstStyle/>
        <a:p>
          <a:r>
            <a:rPr lang="en-US"/>
            <a:t>Need for standardized cross-country analysis</a:t>
          </a:r>
        </a:p>
      </dgm:t>
    </dgm:pt>
    <dgm:pt modelId="{7D2D0893-CAB6-4B77-A099-AC7AB21E5BD8}" type="parTrans" cxnId="{E4E0EBED-C280-4127-80BC-E277C2DE472A}">
      <dgm:prSet/>
      <dgm:spPr/>
      <dgm:t>
        <a:bodyPr/>
        <a:lstStyle/>
        <a:p>
          <a:endParaRPr lang="en-US"/>
        </a:p>
      </dgm:t>
    </dgm:pt>
    <dgm:pt modelId="{63DAC3E9-1E3A-4084-AD4A-956E992A3492}" type="sibTrans" cxnId="{E4E0EBED-C280-4127-80BC-E277C2DE472A}">
      <dgm:prSet/>
      <dgm:spPr/>
      <dgm:t>
        <a:bodyPr/>
        <a:lstStyle/>
        <a:p>
          <a:endParaRPr lang="en-US"/>
        </a:p>
      </dgm:t>
    </dgm:pt>
    <dgm:pt modelId="{7324E18A-A18B-46C7-983C-DD187CA24F1C}">
      <dgm:prSet/>
      <dgm:spPr/>
      <dgm:t>
        <a:bodyPr/>
        <a:lstStyle/>
        <a:p>
          <a:r>
            <a:rPr lang="en-US"/>
            <a:t>Real-world relevance for future pandemics</a:t>
          </a:r>
        </a:p>
      </dgm:t>
    </dgm:pt>
    <dgm:pt modelId="{2AE6AD8E-8329-4C1D-BA2E-420DB7927D13}" type="parTrans" cxnId="{0077D168-63BC-47C5-8412-FFB821BD52B1}">
      <dgm:prSet/>
      <dgm:spPr/>
      <dgm:t>
        <a:bodyPr/>
        <a:lstStyle/>
        <a:p>
          <a:endParaRPr lang="en-US"/>
        </a:p>
      </dgm:t>
    </dgm:pt>
    <dgm:pt modelId="{542F2C8D-2F3C-4DC9-B37B-293B07E7D6B9}" type="sibTrans" cxnId="{0077D168-63BC-47C5-8412-FFB821BD52B1}">
      <dgm:prSet/>
      <dgm:spPr/>
      <dgm:t>
        <a:bodyPr/>
        <a:lstStyle/>
        <a:p>
          <a:endParaRPr lang="en-US"/>
        </a:p>
      </dgm:t>
    </dgm:pt>
    <dgm:pt modelId="{C0BAB563-B181-164B-BDB1-D31FCEC92888}" type="pres">
      <dgm:prSet presAssocID="{79B09B18-D779-4B97-833C-A2AE0630638F}" presName="matrix" presStyleCnt="0">
        <dgm:presLayoutVars>
          <dgm:chMax val="1"/>
          <dgm:dir/>
          <dgm:resizeHandles val="exact"/>
        </dgm:presLayoutVars>
      </dgm:prSet>
      <dgm:spPr/>
    </dgm:pt>
    <dgm:pt modelId="{C168C338-C913-424E-989C-986A30FC36C6}" type="pres">
      <dgm:prSet presAssocID="{79B09B18-D779-4B97-833C-A2AE0630638F}" presName="diamond" presStyleLbl="bgShp" presStyleIdx="0" presStyleCnt="1"/>
      <dgm:spPr/>
    </dgm:pt>
    <dgm:pt modelId="{23B7797A-5D0A-3A47-B6C5-1BB7AB2AF68F}" type="pres">
      <dgm:prSet presAssocID="{79B09B18-D779-4B97-833C-A2AE0630638F}" presName="quad1" presStyleLbl="node1" presStyleIdx="0" presStyleCnt="4">
        <dgm:presLayoutVars>
          <dgm:chMax val="0"/>
          <dgm:chPref val="0"/>
          <dgm:bulletEnabled val="1"/>
        </dgm:presLayoutVars>
      </dgm:prSet>
      <dgm:spPr/>
    </dgm:pt>
    <dgm:pt modelId="{6B463EF5-52A5-D94C-B46B-DE6054783F5C}" type="pres">
      <dgm:prSet presAssocID="{79B09B18-D779-4B97-833C-A2AE0630638F}" presName="quad2" presStyleLbl="node1" presStyleIdx="1" presStyleCnt="4">
        <dgm:presLayoutVars>
          <dgm:chMax val="0"/>
          <dgm:chPref val="0"/>
          <dgm:bulletEnabled val="1"/>
        </dgm:presLayoutVars>
      </dgm:prSet>
      <dgm:spPr/>
    </dgm:pt>
    <dgm:pt modelId="{E092EBD4-7376-B949-9377-1666C87E13A9}" type="pres">
      <dgm:prSet presAssocID="{79B09B18-D779-4B97-833C-A2AE0630638F}" presName="quad3" presStyleLbl="node1" presStyleIdx="2" presStyleCnt="4">
        <dgm:presLayoutVars>
          <dgm:chMax val="0"/>
          <dgm:chPref val="0"/>
          <dgm:bulletEnabled val="1"/>
        </dgm:presLayoutVars>
      </dgm:prSet>
      <dgm:spPr/>
    </dgm:pt>
    <dgm:pt modelId="{4B04B4B2-2CFD-794E-8B4A-F62D993DB483}" type="pres">
      <dgm:prSet presAssocID="{79B09B18-D779-4B97-833C-A2AE0630638F}" presName="quad4" presStyleLbl="node1" presStyleIdx="3" presStyleCnt="4">
        <dgm:presLayoutVars>
          <dgm:chMax val="0"/>
          <dgm:chPref val="0"/>
          <dgm:bulletEnabled val="1"/>
        </dgm:presLayoutVars>
      </dgm:prSet>
      <dgm:spPr/>
    </dgm:pt>
  </dgm:ptLst>
  <dgm:cxnLst>
    <dgm:cxn modelId="{19932D24-57DE-A74E-BF4E-944C2BBFD19C}" type="presOf" srcId="{3E63F5FB-1B48-4389-8B4B-F7C2EBC61CDB}" destId="{6B463EF5-52A5-D94C-B46B-DE6054783F5C}" srcOrd="0" destOrd="0" presId="urn:microsoft.com/office/officeart/2005/8/layout/matrix3"/>
    <dgm:cxn modelId="{ECEE0928-C6D5-434F-B138-4DB5A249024E}" type="presOf" srcId="{7324E18A-A18B-46C7-983C-DD187CA24F1C}" destId="{4B04B4B2-2CFD-794E-8B4A-F62D993DB483}" srcOrd="0" destOrd="0" presId="urn:microsoft.com/office/officeart/2005/8/layout/matrix3"/>
    <dgm:cxn modelId="{70C3E230-278B-7742-8634-AA42B427CE1F}" type="presOf" srcId="{5C479409-8A82-4BD6-98FF-D4007090B6E6}" destId="{E092EBD4-7376-B949-9377-1666C87E13A9}" srcOrd="0" destOrd="0" presId="urn:microsoft.com/office/officeart/2005/8/layout/matrix3"/>
    <dgm:cxn modelId="{A77BBB55-7C04-0E4E-8FF2-DB21AED85981}" type="presOf" srcId="{84F4B934-E44C-40FA-84AE-6A3324D04D0D}" destId="{23B7797A-5D0A-3A47-B6C5-1BB7AB2AF68F}" srcOrd="0" destOrd="0" presId="urn:microsoft.com/office/officeart/2005/8/layout/matrix3"/>
    <dgm:cxn modelId="{0077D168-63BC-47C5-8412-FFB821BD52B1}" srcId="{79B09B18-D779-4B97-833C-A2AE0630638F}" destId="{7324E18A-A18B-46C7-983C-DD187CA24F1C}" srcOrd="3" destOrd="0" parTransId="{2AE6AD8E-8329-4C1D-BA2E-420DB7927D13}" sibTransId="{542F2C8D-2F3C-4DC9-B37B-293B07E7D6B9}"/>
    <dgm:cxn modelId="{BF71649E-75DC-475B-A3F5-3BF022D0C6DA}" srcId="{79B09B18-D779-4B97-833C-A2AE0630638F}" destId="{3E63F5FB-1B48-4389-8B4B-F7C2EBC61CDB}" srcOrd="1" destOrd="0" parTransId="{9FE4BD0F-A989-40AA-9728-3EE93B84E7D9}" sibTransId="{B9F89ABB-7A1D-41C7-B2A7-B0F4404A99F1}"/>
    <dgm:cxn modelId="{393915A7-0AC8-4E16-884C-9A9575CE93E9}" srcId="{79B09B18-D779-4B97-833C-A2AE0630638F}" destId="{84F4B934-E44C-40FA-84AE-6A3324D04D0D}" srcOrd="0" destOrd="0" parTransId="{EB3ED5B8-F645-4840-B9C6-EE94E28EEDAE}" sibTransId="{303F68E7-67A0-4048-B2B8-CA4187D20816}"/>
    <dgm:cxn modelId="{742E03D8-3BF8-B849-8F6F-088858B6F324}" type="presOf" srcId="{79B09B18-D779-4B97-833C-A2AE0630638F}" destId="{C0BAB563-B181-164B-BDB1-D31FCEC92888}" srcOrd="0" destOrd="0" presId="urn:microsoft.com/office/officeart/2005/8/layout/matrix3"/>
    <dgm:cxn modelId="{E4E0EBED-C280-4127-80BC-E277C2DE472A}" srcId="{79B09B18-D779-4B97-833C-A2AE0630638F}" destId="{5C479409-8A82-4BD6-98FF-D4007090B6E6}" srcOrd="2" destOrd="0" parTransId="{7D2D0893-CAB6-4B77-A099-AC7AB21E5BD8}" sibTransId="{63DAC3E9-1E3A-4084-AD4A-956E992A3492}"/>
    <dgm:cxn modelId="{87AC32A8-095A-CF43-890A-F2BF0CC377D6}" type="presParOf" srcId="{C0BAB563-B181-164B-BDB1-D31FCEC92888}" destId="{C168C338-C913-424E-989C-986A30FC36C6}" srcOrd="0" destOrd="0" presId="urn:microsoft.com/office/officeart/2005/8/layout/matrix3"/>
    <dgm:cxn modelId="{E74475C2-91DF-814E-82EE-6649E181C147}" type="presParOf" srcId="{C0BAB563-B181-164B-BDB1-D31FCEC92888}" destId="{23B7797A-5D0A-3A47-B6C5-1BB7AB2AF68F}" srcOrd="1" destOrd="0" presId="urn:microsoft.com/office/officeart/2005/8/layout/matrix3"/>
    <dgm:cxn modelId="{FD969EC6-7D1F-014B-AD29-4616F217047F}" type="presParOf" srcId="{C0BAB563-B181-164B-BDB1-D31FCEC92888}" destId="{6B463EF5-52A5-D94C-B46B-DE6054783F5C}" srcOrd="2" destOrd="0" presId="urn:microsoft.com/office/officeart/2005/8/layout/matrix3"/>
    <dgm:cxn modelId="{B93CBD6A-87F5-AF40-9C77-7D0DA47E8E49}" type="presParOf" srcId="{C0BAB563-B181-164B-BDB1-D31FCEC92888}" destId="{E092EBD4-7376-B949-9377-1666C87E13A9}" srcOrd="3" destOrd="0" presId="urn:microsoft.com/office/officeart/2005/8/layout/matrix3"/>
    <dgm:cxn modelId="{04DCEA3F-E4DC-A942-AC27-2F57F08FA805}" type="presParOf" srcId="{C0BAB563-B181-164B-BDB1-D31FCEC92888}" destId="{4B04B4B2-2CFD-794E-8B4A-F62D993DB483}" srcOrd="4" destOrd="0" presId="urn:microsoft.com/office/officeart/2005/8/layout/matrix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BF58740-AFAF-4A49-AA8F-E8870AC26350}"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7D5F4CC8-E241-4125-BB69-70481F89FA1A}">
      <dgm:prSet/>
      <dgm:spPr/>
      <dgm:t>
        <a:bodyPr/>
        <a:lstStyle/>
        <a:p>
          <a:r>
            <a:rPr lang="en-US"/>
            <a:t>Early testing linked to reduced spread</a:t>
          </a:r>
        </a:p>
      </dgm:t>
    </dgm:pt>
    <dgm:pt modelId="{5650213F-5577-462B-A78F-10FBB202B32B}" type="parTrans" cxnId="{553F07ED-EF0B-4879-8E24-4A4E2EE4FE38}">
      <dgm:prSet/>
      <dgm:spPr/>
      <dgm:t>
        <a:bodyPr/>
        <a:lstStyle/>
        <a:p>
          <a:endParaRPr lang="en-US"/>
        </a:p>
      </dgm:t>
    </dgm:pt>
    <dgm:pt modelId="{D987346C-F915-4071-B612-A5171ED5E49B}" type="sibTrans" cxnId="{553F07ED-EF0B-4879-8E24-4A4E2EE4FE38}">
      <dgm:prSet/>
      <dgm:spPr/>
      <dgm:t>
        <a:bodyPr/>
        <a:lstStyle/>
        <a:p>
          <a:endParaRPr lang="en-US"/>
        </a:p>
      </dgm:t>
    </dgm:pt>
    <dgm:pt modelId="{8382D19D-8F8C-4E18-9C08-4B012EFA8944}">
      <dgm:prSet/>
      <dgm:spPr/>
      <dgm:t>
        <a:bodyPr/>
        <a:lstStyle/>
        <a:p>
          <a:r>
            <a:rPr lang="en-US"/>
            <a:t>Underreporting affected national statistics</a:t>
          </a:r>
        </a:p>
      </dgm:t>
    </dgm:pt>
    <dgm:pt modelId="{36954170-38F6-43BE-9844-3DD12B39D0B9}" type="parTrans" cxnId="{B1CFCF37-DC55-4BEC-ABC7-A03B9E088868}">
      <dgm:prSet/>
      <dgm:spPr/>
      <dgm:t>
        <a:bodyPr/>
        <a:lstStyle/>
        <a:p>
          <a:endParaRPr lang="en-US"/>
        </a:p>
      </dgm:t>
    </dgm:pt>
    <dgm:pt modelId="{DB767856-29DD-4840-A5F4-410FC7598E08}" type="sibTrans" cxnId="{B1CFCF37-DC55-4BEC-ABC7-A03B9E088868}">
      <dgm:prSet/>
      <dgm:spPr/>
      <dgm:t>
        <a:bodyPr/>
        <a:lstStyle/>
        <a:p>
          <a:endParaRPr lang="en-US"/>
        </a:p>
      </dgm:t>
    </dgm:pt>
    <dgm:pt modelId="{C924E2B3-1A6E-4606-A6F8-D5DC54DB09F8}">
      <dgm:prSet/>
      <dgm:spPr/>
      <dgm:t>
        <a:bodyPr/>
        <a:lstStyle/>
        <a:p>
          <a:r>
            <a:rPr lang="en-US"/>
            <a:t>Hospitals overwhelmed → higher mortality</a:t>
          </a:r>
        </a:p>
      </dgm:t>
    </dgm:pt>
    <dgm:pt modelId="{98F960DA-9B4C-42C5-94AE-B95A26AEEE1B}" type="parTrans" cxnId="{6AE30804-FA80-4B57-BE2A-CA3C8439C90B}">
      <dgm:prSet/>
      <dgm:spPr/>
      <dgm:t>
        <a:bodyPr/>
        <a:lstStyle/>
        <a:p>
          <a:endParaRPr lang="en-US"/>
        </a:p>
      </dgm:t>
    </dgm:pt>
    <dgm:pt modelId="{5DCB3419-25A3-466F-9A7E-FE5CC2649952}" type="sibTrans" cxnId="{6AE30804-FA80-4B57-BE2A-CA3C8439C90B}">
      <dgm:prSet/>
      <dgm:spPr/>
      <dgm:t>
        <a:bodyPr/>
        <a:lstStyle/>
        <a:p>
          <a:endParaRPr lang="en-US"/>
        </a:p>
      </dgm:t>
    </dgm:pt>
    <dgm:pt modelId="{B6D99CF1-B3F0-4E41-9AC3-7429F0ABC0D1}">
      <dgm:prSet/>
      <dgm:spPr/>
      <dgm:t>
        <a:bodyPr/>
        <a:lstStyle/>
        <a:p>
          <a:r>
            <a:rPr lang="en-US"/>
            <a:t>Policies like lockdowns more effective with testing</a:t>
          </a:r>
        </a:p>
      </dgm:t>
    </dgm:pt>
    <dgm:pt modelId="{72D4B414-42C5-4664-B8EE-903208EEC617}" type="parTrans" cxnId="{8D4A7DED-4E52-4876-885E-B8539EE178F5}">
      <dgm:prSet/>
      <dgm:spPr/>
      <dgm:t>
        <a:bodyPr/>
        <a:lstStyle/>
        <a:p>
          <a:endParaRPr lang="en-US"/>
        </a:p>
      </dgm:t>
    </dgm:pt>
    <dgm:pt modelId="{4676D5CC-CB82-44B4-8B81-51DE619203AF}" type="sibTrans" cxnId="{8D4A7DED-4E52-4876-885E-B8539EE178F5}">
      <dgm:prSet/>
      <dgm:spPr/>
      <dgm:t>
        <a:bodyPr/>
        <a:lstStyle/>
        <a:p>
          <a:endParaRPr lang="en-US"/>
        </a:p>
      </dgm:t>
    </dgm:pt>
    <dgm:pt modelId="{9E1E5B5C-01C6-478D-AA48-F8854186C71E}">
      <dgm:prSet/>
      <dgm:spPr/>
      <dgm:t>
        <a:bodyPr/>
        <a:lstStyle/>
        <a:p>
          <a:r>
            <a:rPr lang="en-US"/>
            <a:t>Need for integrated analyses</a:t>
          </a:r>
        </a:p>
      </dgm:t>
    </dgm:pt>
    <dgm:pt modelId="{8106BF6F-FAF9-4081-A559-C655375162FA}" type="parTrans" cxnId="{94A14E74-9C4F-4582-BC07-4D957729EBB0}">
      <dgm:prSet/>
      <dgm:spPr/>
      <dgm:t>
        <a:bodyPr/>
        <a:lstStyle/>
        <a:p>
          <a:endParaRPr lang="en-US"/>
        </a:p>
      </dgm:t>
    </dgm:pt>
    <dgm:pt modelId="{0CEDAA0E-E104-4F4F-8686-D2F38333EEF0}" type="sibTrans" cxnId="{94A14E74-9C4F-4582-BC07-4D957729EBB0}">
      <dgm:prSet/>
      <dgm:spPr/>
      <dgm:t>
        <a:bodyPr/>
        <a:lstStyle/>
        <a:p>
          <a:endParaRPr lang="en-US"/>
        </a:p>
      </dgm:t>
    </dgm:pt>
    <dgm:pt modelId="{DB2736C2-474F-D848-8334-F1ADBDC1A86A}" type="pres">
      <dgm:prSet presAssocID="{4BF58740-AFAF-4A49-AA8F-E8870AC26350}" presName="outerComposite" presStyleCnt="0">
        <dgm:presLayoutVars>
          <dgm:chMax val="5"/>
          <dgm:dir/>
          <dgm:resizeHandles val="exact"/>
        </dgm:presLayoutVars>
      </dgm:prSet>
      <dgm:spPr/>
    </dgm:pt>
    <dgm:pt modelId="{B375F4F6-75C1-5649-BB2C-3789D0CECFBF}" type="pres">
      <dgm:prSet presAssocID="{4BF58740-AFAF-4A49-AA8F-E8870AC26350}" presName="dummyMaxCanvas" presStyleCnt="0">
        <dgm:presLayoutVars/>
      </dgm:prSet>
      <dgm:spPr/>
    </dgm:pt>
    <dgm:pt modelId="{F476370F-7990-264A-A00C-8769E8C5C930}" type="pres">
      <dgm:prSet presAssocID="{4BF58740-AFAF-4A49-AA8F-E8870AC26350}" presName="FiveNodes_1" presStyleLbl="node1" presStyleIdx="0" presStyleCnt="5">
        <dgm:presLayoutVars>
          <dgm:bulletEnabled val="1"/>
        </dgm:presLayoutVars>
      </dgm:prSet>
      <dgm:spPr/>
    </dgm:pt>
    <dgm:pt modelId="{A2BC8CEB-4D87-4441-B7FD-6B4DC82FF338}" type="pres">
      <dgm:prSet presAssocID="{4BF58740-AFAF-4A49-AA8F-E8870AC26350}" presName="FiveNodes_2" presStyleLbl="node1" presStyleIdx="1" presStyleCnt="5">
        <dgm:presLayoutVars>
          <dgm:bulletEnabled val="1"/>
        </dgm:presLayoutVars>
      </dgm:prSet>
      <dgm:spPr/>
    </dgm:pt>
    <dgm:pt modelId="{B0D487A7-34BB-6749-983C-DB2CB61B7B07}" type="pres">
      <dgm:prSet presAssocID="{4BF58740-AFAF-4A49-AA8F-E8870AC26350}" presName="FiveNodes_3" presStyleLbl="node1" presStyleIdx="2" presStyleCnt="5">
        <dgm:presLayoutVars>
          <dgm:bulletEnabled val="1"/>
        </dgm:presLayoutVars>
      </dgm:prSet>
      <dgm:spPr/>
    </dgm:pt>
    <dgm:pt modelId="{C8BB161E-9A81-9349-932A-C8E65C44D0D4}" type="pres">
      <dgm:prSet presAssocID="{4BF58740-AFAF-4A49-AA8F-E8870AC26350}" presName="FiveNodes_4" presStyleLbl="node1" presStyleIdx="3" presStyleCnt="5">
        <dgm:presLayoutVars>
          <dgm:bulletEnabled val="1"/>
        </dgm:presLayoutVars>
      </dgm:prSet>
      <dgm:spPr/>
    </dgm:pt>
    <dgm:pt modelId="{17B19674-C9D1-6A4F-A254-6AED4D240223}" type="pres">
      <dgm:prSet presAssocID="{4BF58740-AFAF-4A49-AA8F-E8870AC26350}" presName="FiveNodes_5" presStyleLbl="node1" presStyleIdx="4" presStyleCnt="5">
        <dgm:presLayoutVars>
          <dgm:bulletEnabled val="1"/>
        </dgm:presLayoutVars>
      </dgm:prSet>
      <dgm:spPr/>
    </dgm:pt>
    <dgm:pt modelId="{6F6C3C54-D4CB-3E42-B35B-A54CF2D3B65B}" type="pres">
      <dgm:prSet presAssocID="{4BF58740-AFAF-4A49-AA8F-E8870AC26350}" presName="FiveConn_1-2" presStyleLbl="fgAccFollowNode1" presStyleIdx="0" presStyleCnt="4">
        <dgm:presLayoutVars>
          <dgm:bulletEnabled val="1"/>
        </dgm:presLayoutVars>
      </dgm:prSet>
      <dgm:spPr/>
    </dgm:pt>
    <dgm:pt modelId="{41C629BA-E9F2-FD47-A291-609275B5A0C5}" type="pres">
      <dgm:prSet presAssocID="{4BF58740-AFAF-4A49-AA8F-E8870AC26350}" presName="FiveConn_2-3" presStyleLbl="fgAccFollowNode1" presStyleIdx="1" presStyleCnt="4">
        <dgm:presLayoutVars>
          <dgm:bulletEnabled val="1"/>
        </dgm:presLayoutVars>
      </dgm:prSet>
      <dgm:spPr/>
    </dgm:pt>
    <dgm:pt modelId="{CEC17AE2-DCBD-7A4B-B3D5-454DCE42B9ED}" type="pres">
      <dgm:prSet presAssocID="{4BF58740-AFAF-4A49-AA8F-E8870AC26350}" presName="FiveConn_3-4" presStyleLbl="fgAccFollowNode1" presStyleIdx="2" presStyleCnt="4">
        <dgm:presLayoutVars>
          <dgm:bulletEnabled val="1"/>
        </dgm:presLayoutVars>
      </dgm:prSet>
      <dgm:spPr/>
    </dgm:pt>
    <dgm:pt modelId="{77BD9A34-D384-9543-AB78-14E5454CBEAC}" type="pres">
      <dgm:prSet presAssocID="{4BF58740-AFAF-4A49-AA8F-E8870AC26350}" presName="FiveConn_4-5" presStyleLbl="fgAccFollowNode1" presStyleIdx="3" presStyleCnt="4">
        <dgm:presLayoutVars>
          <dgm:bulletEnabled val="1"/>
        </dgm:presLayoutVars>
      </dgm:prSet>
      <dgm:spPr/>
    </dgm:pt>
    <dgm:pt modelId="{9153C4E1-D6B3-3F40-9B64-A279DD27DCEF}" type="pres">
      <dgm:prSet presAssocID="{4BF58740-AFAF-4A49-AA8F-E8870AC26350}" presName="FiveNodes_1_text" presStyleLbl="node1" presStyleIdx="4" presStyleCnt="5">
        <dgm:presLayoutVars>
          <dgm:bulletEnabled val="1"/>
        </dgm:presLayoutVars>
      </dgm:prSet>
      <dgm:spPr/>
    </dgm:pt>
    <dgm:pt modelId="{21135CF2-487E-7A4E-B5E2-04E698829CDC}" type="pres">
      <dgm:prSet presAssocID="{4BF58740-AFAF-4A49-AA8F-E8870AC26350}" presName="FiveNodes_2_text" presStyleLbl="node1" presStyleIdx="4" presStyleCnt="5">
        <dgm:presLayoutVars>
          <dgm:bulletEnabled val="1"/>
        </dgm:presLayoutVars>
      </dgm:prSet>
      <dgm:spPr/>
    </dgm:pt>
    <dgm:pt modelId="{F5FBE601-528C-064A-AB3C-22117C469735}" type="pres">
      <dgm:prSet presAssocID="{4BF58740-AFAF-4A49-AA8F-E8870AC26350}" presName="FiveNodes_3_text" presStyleLbl="node1" presStyleIdx="4" presStyleCnt="5">
        <dgm:presLayoutVars>
          <dgm:bulletEnabled val="1"/>
        </dgm:presLayoutVars>
      </dgm:prSet>
      <dgm:spPr/>
    </dgm:pt>
    <dgm:pt modelId="{4E0646A2-6CB5-384A-8F9B-7049AC7CCF18}" type="pres">
      <dgm:prSet presAssocID="{4BF58740-AFAF-4A49-AA8F-E8870AC26350}" presName="FiveNodes_4_text" presStyleLbl="node1" presStyleIdx="4" presStyleCnt="5">
        <dgm:presLayoutVars>
          <dgm:bulletEnabled val="1"/>
        </dgm:presLayoutVars>
      </dgm:prSet>
      <dgm:spPr/>
    </dgm:pt>
    <dgm:pt modelId="{BD8AD7AD-CBC8-FC4D-81F2-4C0DBF487DBF}" type="pres">
      <dgm:prSet presAssocID="{4BF58740-AFAF-4A49-AA8F-E8870AC26350}" presName="FiveNodes_5_text" presStyleLbl="node1" presStyleIdx="4" presStyleCnt="5">
        <dgm:presLayoutVars>
          <dgm:bulletEnabled val="1"/>
        </dgm:presLayoutVars>
      </dgm:prSet>
      <dgm:spPr/>
    </dgm:pt>
  </dgm:ptLst>
  <dgm:cxnLst>
    <dgm:cxn modelId="{6AE30804-FA80-4B57-BE2A-CA3C8439C90B}" srcId="{4BF58740-AFAF-4A49-AA8F-E8870AC26350}" destId="{C924E2B3-1A6E-4606-A6F8-D5DC54DB09F8}" srcOrd="2" destOrd="0" parTransId="{98F960DA-9B4C-42C5-94AE-B95A26AEEE1B}" sibTransId="{5DCB3419-25A3-466F-9A7E-FE5CC2649952}"/>
    <dgm:cxn modelId="{D13FA408-59E9-B54B-9F4E-5443B828C6D4}" type="presOf" srcId="{7D5F4CC8-E241-4125-BB69-70481F89FA1A}" destId="{F476370F-7990-264A-A00C-8769E8C5C930}" srcOrd="0" destOrd="0" presId="urn:microsoft.com/office/officeart/2005/8/layout/vProcess5"/>
    <dgm:cxn modelId="{22624630-0175-1D4A-AF3B-0485C13A9254}" type="presOf" srcId="{B6D99CF1-B3F0-4E41-9AC3-7429F0ABC0D1}" destId="{C8BB161E-9A81-9349-932A-C8E65C44D0D4}" srcOrd="0" destOrd="0" presId="urn:microsoft.com/office/officeart/2005/8/layout/vProcess5"/>
    <dgm:cxn modelId="{93C48A34-AFA8-D34F-9C22-3AD92F345D31}" type="presOf" srcId="{DB767856-29DD-4840-A5F4-410FC7598E08}" destId="{41C629BA-E9F2-FD47-A291-609275B5A0C5}" srcOrd="0" destOrd="0" presId="urn:microsoft.com/office/officeart/2005/8/layout/vProcess5"/>
    <dgm:cxn modelId="{B1CFCF37-DC55-4BEC-ABC7-A03B9E088868}" srcId="{4BF58740-AFAF-4A49-AA8F-E8870AC26350}" destId="{8382D19D-8F8C-4E18-9C08-4B012EFA8944}" srcOrd="1" destOrd="0" parTransId="{36954170-38F6-43BE-9844-3DD12B39D0B9}" sibTransId="{DB767856-29DD-4840-A5F4-410FC7598E08}"/>
    <dgm:cxn modelId="{6647FD38-FE48-5F41-BA84-AD4F15BA1BF7}" type="presOf" srcId="{4676D5CC-CB82-44B4-8B81-51DE619203AF}" destId="{77BD9A34-D384-9543-AB78-14E5454CBEAC}" srcOrd="0" destOrd="0" presId="urn:microsoft.com/office/officeart/2005/8/layout/vProcess5"/>
    <dgm:cxn modelId="{75031E42-49B7-704B-A05A-DBE8A4C20A78}" type="presOf" srcId="{B6D99CF1-B3F0-4E41-9AC3-7429F0ABC0D1}" destId="{4E0646A2-6CB5-384A-8F9B-7049AC7CCF18}" srcOrd="1" destOrd="0" presId="urn:microsoft.com/office/officeart/2005/8/layout/vProcess5"/>
    <dgm:cxn modelId="{CAC47355-B1A2-4842-BF17-4A1CA176F8AE}" type="presOf" srcId="{C924E2B3-1A6E-4606-A6F8-D5DC54DB09F8}" destId="{F5FBE601-528C-064A-AB3C-22117C469735}" srcOrd="1" destOrd="0" presId="urn:microsoft.com/office/officeart/2005/8/layout/vProcess5"/>
    <dgm:cxn modelId="{F0162A69-6181-A841-9497-AD2E50461AE3}" type="presOf" srcId="{5DCB3419-25A3-466F-9A7E-FE5CC2649952}" destId="{CEC17AE2-DCBD-7A4B-B3D5-454DCE42B9ED}" srcOrd="0" destOrd="0" presId="urn:microsoft.com/office/officeart/2005/8/layout/vProcess5"/>
    <dgm:cxn modelId="{94A14E74-9C4F-4582-BC07-4D957729EBB0}" srcId="{4BF58740-AFAF-4A49-AA8F-E8870AC26350}" destId="{9E1E5B5C-01C6-478D-AA48-F8854186C71E}" srcOrd="4" destOrd="0" parTransId="{8106BF6F-FAF9-4081-A559-C655375162FA}" sibTransId="{0CEDAA0E-E104-4F4F-8686-D2F38333EEF0}"/>
    <dgm:cxn modelId="{95DC0185-101E-0948-9C57-D894FE0F1087}" type="presOf" srcId="{7D5F4CC8-E241-4125-BB69-70481F89FA1A}" destId="{9153C4E1-D6B3-3F40-9B64-A279DD27DCEF}" srcOrd="1" destOrd="0" presId="urn:microsoft.com/office/officeart/2005/8/layout/vProcess5"/>
    <dgm:cxn modelId="{A5B3FE87-6B3F-584B-ADCA-B0DDC06EA5A2}" type="presOf" srcId="{9E1E5B5C-01C6-478D-AA48-F8854186C71E}" destId="{BD8AD7AD-CBC8-FC4D-81F2-4C0DBF487DBF}" srcOrd="1" destOrd="0" presId="urn:microsoft.com/office/officeart/2005/8/layout/vProcess5"/>
    <dgm:cxn modelId="{FDBA78B5-029D-BB4C-A7FB-1305D07F8FB7}" type="presOf" srcId="{8382D19D-8F8C-4E18-9C08-4B012EFA8944}" destId="{A2BC8CEB-4D87-4441-B7FD-6B4DC82FF338}" srcOrd="0" destOrd="0" presId="urn:microsoft.com/office/officeart/2005/8/layout/vProcess5"/>
    <dgm:cxn modelId="{DDFDAED0-D9EC-7D46-85AA-373CE8B1053F}" type="presOf" srcId="{4BF58740-AFAF-4A49-AA8F-E8870AC26350}" destId="{DB2736C2-474F-D848-8334-F1ADBDC1A86A}" srcOrd="0" destOrd="0" presId="urn:microsoft.com/office/officeart/2005/8/layout/vProcess5"/>
    <dgm:cxn modelId="{B582A3E2-D8B3-0F43-92C5-EED9A5361C40}" type="presOf" srcId="{8382D19D-8F8C-4E18-9C08-4B012EFA8944}" destId="{21135CF2-487E-7A4E-B5E2-04E698829CDC}" srcOrd="1" destOrd="0" presId="urn:microsoft.com/office/officeart/2005/8/layout/vProcess5"/>
    <dgm:cxn modelId="{75B74AE9-D89C-7F46-90C1-95FD45891647}" type="presOf" srcId="{C924E2B3-1A6E-4606-A6F8-D5DC54DB09F8}" destId="{B0D487A7-34BB-6749-983C-DB2CB61B7B07}" srcOrd="0" destOrd="0" presId="urn:microsoft.com/office/officeart/2005/8/layout/vProcess5"/>
    <dgm:cxn modelId="{AEBB2DEA-00D3-4047-A113-4A62C0624E3F}" type="presOf" srcId="{D987346C-F915-4071-B612-A5171ED5E49B}" destId="{6F6C3C54-D4CB-3E42-B35B-A54CF2D3B65B}" srcOrd="0" destOrd="0" presId="urn:microsoft.com/office/officeart/2005/8/layout/vProcess5"/>
    <dgm:cxn modelId="{553F07ED-EF0B-4879-8E24-4A4E2EE4FE38}" srcId="{4BF58740-AFAF-4A49-AA8F-E8870AC26350}" destId="{7D5F4CC8-E241-4125-BB69-70481F89FA1A}" srcOrd="0" destOrd="0" parTransId="{5650213F-5577-462B-A78F-10FBB202B32B}" sibTransId="{D987346C-F915-4071-B612-A5171ED5E49B}"/>
    <dgm:cxn modelId="{8D4A7DED-4E52-4876-885E-B8539EE178F5}" srcId="{4BF58740-AFAF-4A49-AA8F-E8870AC26350}" destId="{B6D99CF1-B3F0-4E41-9AC3-7429F0ABC0D1}" srcOrd="3" destOrd="0" parTransId="{72D4B414-42C5-4664-B8EE-903208EEC617}" sibTransId="{4676D5CC-CB82-44B4-8B81-51DE619203AF}"/>
    <dgm:cxn modelId="{95CFB6FD-38B5-F441-A630-47B04A52D6B9}" type="presOf" srcId="{9E1E5B5C-01C6-478D-AA48-F8854186C71E}" destId="{17B19674-C9D1-6A4F-A254-6AED4D240223}" srcOrd="0" destOrd="0" presId="urn:microsoft.com/office/officeart/2005/8/layout/vProcess5"/>
    <dgm:cxn modelId="{56CD834E-60BF-D34E-8BF1-D0798153C2BE}" type="presParOf" srcId="{DB2736C2-474F-D848-8334-F1ADBDC1A86A}" destId="{B375F4F6-75C1-5649-BB2C-3789D0CECFBF}" srcOrd="0" destOrd="0" presId="urn:microsoft.com/office/officeart/2005/8/layout/vProcess5"/>
    <dgm:cxn modelId="{D02E6A28-BF0A-FD4A-A6F6-5FCA54BA843A}" type="presParOf" srcId="{DB2736C2-474F-D848-8334-F1ADBDC1A86A}" destId="{F476370F-7990-264A-A00C-8769E8C5C930}" srcOrd="1" destOrd="0" presId="urn:microsoft.com/office/officeart/2005/8/layout/vProcess5"/>
    <dgm:cxn modelId="{A89D5B25-96BC-D143-B056-1AE74453F055}" type="presParOf" srcId="{DB2736C2-474F-D848-8334-F1ADBDC1A86A}" destId="{A2BC8CEB-4D87-4441-B7FD-6B4DC82FF338}" srcOrd="2" destOrd="0" presId="urn:microsoft.com/office/officeart/2005/8/layout/vProcess5"/>
    <dgm:cxn modelId="{9BDDA792-27A9-E64F-9928-EEEB4E77336B}" type="presParOf" srcId="{DB2736C2-474F-D848-8334-F1ADBDC1A86A}" destId="{B0D487A7-34BB-6749-983C-DB2CB61B7B07}" srcOrd="3" destOrd="0" presId="urn:microsoft.com/office/officeart/2005/8/layout/vProcess5"/>
    <dgm:cxn modelId="{BFACAC97-6DE9-A748-AD12-36B47F0CB637}" type="presParOf" srcId="{DB2736C2-474F-D848-8334-F1ADBDC1A86A}" destId="{C8BB161E-9A81-9349-932A-C8E65C44D0D4}" srcOrd="4" destOrd="0" presId="urn:microsoft.com/office/officeart/2005/8/layout/vProcess5"/>
    <dgm:cxn modelId="{7F426F43-5DCF-D240-B6B9-7C1770F1CE12}" type="presParOf" srcId="{DB2736C2-474F-D848-8334-F1ADBDC1A86A}" destId="{17B19674-C9D1-6A4F-A254-6AED4D240223}" srcOrd="5" destOrd="0" presId="urn:microsoft.com/office/officeart/2005/8/layout/vProcess5"/>
    <dgm:cxn modelId="{72CD8A68-E7ED-B045-B3EC-00ECA139CC20}" type="presParOf" srcId="{DB2736C2-474F-D848-8334-F1ADBDC1A86A}" destId="{6F6C3C54-D4CB-3E42-B35B-A54CF2D3B65B}" srcOrd="6" destOrd="0" presId="urn:microsoft.com/office/officeart/2005/8/layout/vProcess5"/>
    <dgm:cxn modelId="{F5290592-B978-0749-A857-D655E03A9E5B}" type="presParOf" srcId="{DB2736C2-474F-D848-8334-F1ADBDC1A86A}" destId="{41C629BA-E9F2-FD47-A291-609275B5A0C5}" srcOrd="7" destOrd="0" presId="urn:microsoft.com/office/officeart/2005/8/layout/vProcess5"/>
    <dgm:cxn modelId="{3E99FE8B-1D9D-0049-B8C7-B5D1EB08F390}" type="presParOf" srcId="{DB2736C2-474F-D848-8334-F1ADBDC1A86A}" destId="{CEC17AE2-DCBD-7A4B-B3D5-454DCE42B9ED}" srcOrd="8" destOrd="0" presId="urn:microsoft.com/office/officeart/2005/8/layout/vProcess5"/>
    <dgm:cxn modelId="{214A46D6-6BDB-2A41-9AA9-550B30922B81}" type="presParOf" srcId="{DB2736C2-474F-D848-8334-F1ADBDC1A86A}" destId="{77BD9A34-D384-9543-AB78-14E5454CBEAC}" srcOrd="9" destOrd="0" presId="urn:microsoft.com/office/officeart/2005/8/layout/vProcess5"/>
    <dgm:cxn modelId="{8C7C5DBD-7B3E-934A-8323-D68240B7B81A}" type="presParOf" srcId="{DB2736C2-474F-D848-8334-F1ADBDC1A86A}" destId="{9153C4E1-D6B3-3F40-9B64-A279DD27DCEF}" srcOrd="10" destOrd="0" presId="urn:microsoft.com/office/officeart/2005/8/layout/vProcess5"/>
    <dgm:cxn modelId="{9BE77DB8-9FD9-7642-8EF4-68DC3BAABBA3}" type="presParOf" srcId="{DB2736C2-474F-D848-8334-F1ADBDC1A86A}" destId="{21135CF2-487E-7A4E-B5E2-04E698829CDC}" srcOrd="11" destOrd="0" presId="urn:microsoft.com/office/officeart/2005/8/layout/vProcess5"/>
    <dgm:cxn modelId="{27EDB1AE-92D1-FC4A-87B6-826FFB65F34D}" type="presParOf" srcId="{DB2736C2-474F-D848-8334-F1ADBDC1A86A}" destId="{F5FBE601-528C-064A-AB3C-22117C469735}" srcOrd="12" destOrd="0" presId="urn:microsoft.com/office/officeart/2005/8/layout/vProcess5"/>
    <dgm:cxn modelId="{84AE8CED-B561-9141-A7DE-B3A9572A8195}" type="presParOf" srcId="{DB2736C2-474F-D848-8334-F1ADBDC1A86A}" destId="{4E0646A2-6CB5-384A-8F9B-7049AC7CCF18}" srcOrd="13" destOrd="0" presId="urn:microsoft.com/office/officeart/2005/8/layout/vProcess5"/>
    <dgm:cxn modelId="{CDB16C9F-8AA0-4F4F-970F-99752FFC45A0}" type="presParOf" srcId="{DB2736C2-474F-D848-8334-F1ADBDC1A86A}" destId="{BD8AD7AD-CBC8-FC4D-81F2-4C0DBF487DBF}" srcOrd="14" destOrd="0" presId="urn:microsoft.com/office/officeart/2005/8/layout/vProcess5"/>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907B958-422C-4257-A6AC-3E256BF7C9FE}" type="doc">
      <dgm:prSet loTypeId="urn:microsoft.com/office/officeart/2018/2/layout/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154BFFD0-5D43-46C0-8C4B-AF1BF535B677}">
      <dgm:prSet/>
      <dgm:spPr/>
      <dgm:t>
        <a:bodyPr/>
        <a:lstStyle/>
        <a:p>
          <a:pPr>
            <a:defRPr b="1"/>
          </a:pPr>
          <a:r>
            <a:rPr lang="en-US"/>
            <a:t>Kaggle dataset: COVID-19 Worldwide Testing Data</a:t>
          </a:r>
        </a:p>
      </dgm:t>
    </dgm:pt>
    <dgm:pt modelId="{0A3B6BC9-BB3B-45E3-8A19-8DD61D5AD0F6}" type="parTrans" cxnId="{5AF01413-097C-450E-B53D-1E4AD4F3AB0B}">
      <dgm:prSet/>
      <dgm:spPr/>
      <dgm:t>
        <a:bodyPr/>
        <a:lstStyle/>
        <a:p>
          <a:endParaRPr lang="en-US"/>
        </a:p>
      </dgm:t>
    </dgm:pt>
    <dgm:pt modelId="{504CFF9C-6AF1-4B81-A373-E7EB6B7919C3}" type="sibTrans" cxnId="{5AF01413-097C-450E-B53D-1E4AD4F3AB0B}">
      <dgm:prSet/>
      <dgm:spPr/>
      <dgm:t>
        <a:bodyPr/>
        <a:lstStyle/>
        <a:p>
          <a:endParaRPr lang="en-US"/>
        </a:p>
      </dgm:t>
    </dgm:pt>
    <dgm:pt modelId="{33ABEFB0-BFBD-4B4E-A272-2AB99B67D3D7}">
      <dgm:prSet/>
      <dgm:spPr/>
      <dgm:t>
        <a:bodyPr/>
        <a:lstStyle/>
        <a:p>
          <a:pPr>
            <a:defRPr b="1"/>
          </a:pPr>
          <a:r>
            <a:rPr lang="en-US"/>
            <a:t>Daily observations for 100+ countries</a:t>
          </a:r>
        </a:p>
      </dgm:t>
    </dgm:pt>
    <dgm:pt modelId="{B123D3E0-5B1D-44B5-BE11-5C37714B3DD2}" type="parTrans" cxnId="{D46BA0F4-CC28-4AFD-A7FA-826F43EED499}">
      <dgm:prSet/>
      <dgm:spPr/>
      <dgm:t>
        <a:bodyPr/>
        <a:lstStyle/>
        <a:p>
          <a:endParaRPr lang="en-US"/>
        </a:p>
      </dgm:t>
    </dgm:pt>
    <dgm:pt modelId="{C4D51C0A-EB9E-4AB5-9AF3-35385FE1E7AA}" type="sibTrans" cxnId="{D46BA0F4-CC28-4AFD-A7FA-826F43EED499}">
      <dgm:prSet/>
      <dgm:spPr/>
      <dgm:t>
        <a:bodyPr/>
        <a:lstStyle/>
        <a:p>
          <a:endParaRPr lang="en-US"/>
        </a:p>
      </dgm:t>
    </dgm:pt>
    <dgm:pt modelId="{5E4F025F-F3AC-4734-B123-90E83D4D97DD}">
      <dgm:prSet/>
      <dgm:spPr/>
      <dgm:t>
        <a:bodyPr/>
        <a:lstStyle/>
        <a:p>
          <a:pPr>
            <a:defRPr b="1"/>
          </a:pPr>
          <a:r>
            <a:rPr lang="en-US"/>
            <a:t>Variables include:</a:t>
          </a:r>
        </a:p>
      </dgm:t>
    </dgm:pt>
    <dgm:pt modelId="{C0C42B4E-B1F6-4A20-B90D-90AB6333FCC9}" type="parTrans" cxnId="{C83A81A3-7004-4F1C-95B9-796D8D0F5AEE}">
      <dgm:prSet/>
      <dgm:spPr/>
      <dgm:t>
        <a:bodyPr/>
        <a:lstStyle/>
        <a:p>
          <a:endParaRPr lang="en-US"/>
        </a:p>
      </dgm:t>
    </dgm:pt>
    <dgm:pt modelId="{BF6F07CE-CF80-4FB7-87EE-BE8F0F5CB49A}" type="sibTrans" cxnId="{C83A81A3-7004-4F1C-95B9-796D8D0F5AEE}">
      <dgm:prSet/>
      <dgm:spPr/>
      <dgm:t>
        <a:bodyPr/>
        <a:lstStyle/>
        <a:p>
          <a:endParaRPr lang="en-US"/>
        </a:p>
      </dgm:t>
    </dgm:pt>
    <dgm:pt modelId="{ED07C6D2-FC3D-4B71-BD1A-0BA463EBE06B}">
      <dgm:prSet/>
      <dgm:spPr/>
      <dgm:t>
        <a:bodyPr/>
        <a:lstStyle/>
        <a:p>
          <a:r>
            <a:rPr lang="en-US"/>
            <a:t>daily tests</a:t>
          </a:r>
        </a:p>
      </dgm:t>
    </dgm:pt>
    <dgm:pt modelId="{8D1A7A98-6521-49FE-8717-505286CE88D0}" type="parTrans" cxnId="{6CEA644A-25CE-4F11-9CD3-524FECD0934B}">
      <dgm:prSet/>
      <dgm:spPr/>
      <dgm:t>
        <a:bodyPr/>
        <a:lstStyle/>
        <a:p>
          <a:endParaRPr lang="en-US"/>
        </a:p>
      </dgm:t>
    </dgm:pt>
    <dgm:pt modelId="{3B505ABF-293E-4F26-81E5-AF8EF0C11705}" type="sibTrans" cxnId="{6CEA644A-25CE-4F11-9CD3-524FECD0934B}">
      <dgm:prSet/>
      <dgm:spPr/>
      <dgm:t>
        <a:bodyPr/>
        <a:lstStyle/>
        <a:p>
          <a:endParaRPr lang="en-US"/>
        </a:p>
      </dgm:t>
    </dgm:pt>
    <dgm:pt modelId="{D1F92E0E-30AD-4F9C-88C9-CA8F8A11BB0A}">
      <dgm:prSet/>
      <dgm:spPr/>
      <dgm:t>
        <a:bodyPr/>
        <a:lstStyle/>
        <a:p>
          <a:r>
            <a:rPr lang="en-US"/>
            <a:t>daily positives</a:t>
          </a:r>
        </a:p>
      </dgm:t>
    </dgm:pt>
    <dgm:pt modelId="{A5834431-2839-45BD-9550-3E690A99E7DE}" type="parTrans" cxnId="{9CD3F45F-625B-47E9-94EC-A52FCFCBD28C}">
      <dgm:prSet/>
      <dgm:spPr/>
      <dgm:t>
        <a:bodyPr/>
        <a:lstStyle/>
        <a:p>
          <a:endParaRPr lang="en-US"/>
        </a:p>
      </dgm:t>
    </dgm:pt>
    <dgm:pt modelId="{E32B95B1-23A9-4728-B883-AFFF068A46FF}" type="sibTrans" cxnId="{9CD3F45F-625B-47E9-94EC-A52FCFCBD28C}">
      <dgm:prSet/>
      <dgm:spPr/>
      <dgm:t>
        <a:bodyPr/>
        <a:lstStyle/>
        <a:p>
          <a:endParaRPr lang="en-US"/>
        </a:p>
      </dgm:t>
    </dgm:pt>
    <dgm:pt modelId="{2095C3C3-A2C2-4320-9300-3329DF3E9B94}">
      <dgm:prSet/>
      <dgm:spPr/>
      <dgm:t>
        <a:bodyPr/>
        <a:lstStyle/>
        <a:p>
          <a:r>
            <a:rPr lang="en-US"/>
            <a:t>active cases</a:t>
          </a:r>
        </a:p>
      </dgm:t>
    </dgm:pt>
    <dgm:pt modelId="{C2E36629-8482-4993-B98E-11D3A9CA1CDA}" type="parTrans" cxnId="{A1036DEB-E31F-4892-86F7-EDDF19A0E40A}">
      <dgm:prSet/>
      <dgm:spPr/>
      <dgm:t>
        <a:bodyPr/>
        <a:lstStyle/>
        <a:p>
          <a:endParaRPr lang="en-US"/>
        </a:p>
      </dgm:t>
    </dgm:pt>
    <dgm:pt modelId="{4ACF23CB-F522-4EA6-A2BE-F889F14CAE1F}" type="sibTrans" cxnId="{A1036DEB-E31F-4892-86F7-EDDF19A0E40A}">
      <dgm:prSet/>
      <dgm:spPr/>
      <dgm:t>
        <a:bodyPr/>
        <a:lstStyle/>
        <a:p>
          <a:endParaRPr lang="en-US"/>
        </a:p>
      </dgm:t>
    </dgm:pt>
    <dgm:pt modelId="{C2B4B34F-DCE1-4530-A6B5-1BABD87520D8}">
      <dgm:prSet/>
      <dgm:spPr/>
      <dgm:t>
        <a:bodyPr/>
        <a:lstStyle/>
        <a:p>
          <a:r>
            <a:rPr lang="en-US"/>
            <a:t>deaths</a:t>
          </a:r>
        </a:p>
      </dgm:t>
    </dgm:pt>
    <dgm:pt modelId="{1BC9B531-F025-4DD1-B67B-E56E307C058F}" type="parTrans" cxnId="{7E3BF3F3-B5A4-40E1-A64E-4227428299E4}">
      <dgm:prSet/>
      <dgm:spPr/>
      <dgm:t>
        <a:bodyPr/>
        <a:lstStyle/>
        <a:p>
          <a:endParaRPr lang="en-US"/>
        </a:p>
      </dgm:t>
    </dgm:pt>
    <dgm:pt modelId="{387A370E-00DA-4BA7-954B-8EEAB176E862}" type="sibTrans" cxnId="{7E3BF3F3-B5A4-40E1-A64E-4227428299E4}">
      <dgm:prSet/>
      <dgm:spPr/>
      <dgm:t>
        <a:bodyPr/>
        <a:lstStyle/>
        <a:p>
          <a:endParaRPr lang="en-US"/>
        </a:p>
      </dgm:t>
    </dgm:pt>
    <dgm:pt modelId="{C50E3D43-7310-4275-8BF5-5C8147DD9E87}">
      <dgm:prSet/>
      <dgm:spPr/>
      <dgm:t>
        <a:bodyPr/>
        <a:lstStyle/>
        <a:p>
          <a:r>
            <a:rPr lang="en-US"/>
            <a:t>Recoveries</a:t>
          </a:r>
        </a:p>
      </dgm:t>
    </dgm:pt>
    <dgm:pt modelId="{68714456-6EAF-43F0-81AA-03A25524A9D0}" type="parTrans" cxnId="{FFA3D3CE-276B-418E-AFF9-AD399D59E91E}">
      <dgm:prSet/>
      <dgm:spPr/>
      <dgm:t>
        <a:bodyPr/>
        <a:lstStyle/>
        <a:p>
          <a:endParaRPr lang="en-US"/>
        </a:p>
      </dgm:t>
    </dgm:pt>
    <dgm:pt modelId="{CC4E2C4B-606E-43F3-A2D9-D1983D3944F6}" type="sibTrans" cxnId="{FFA3D3CE-276B-418E-AFF9-AD399D59E91E}">
      <dgm:prSet/>
      <dgm:spPr/>
      <dgm:t>
        <a:bodyPr/>
        <a:lstStyle/>
        <a:p>
          <a:endParaRPr lang="en-US"/>
        </a:p>
      </dgm:t>
    </dgm:pt>
    <dgm:pt modelId="{FE4FAB2D-574C-4310-A78D-50F4FC4161A3}">
      <dgm:prSet/>
      <dgm:spPr/>
      <dgm:t>
        <a:bodyPr/>
        <a:lstStyle/>
        <a:p>
          <a:pPr>
            <a:defRPr b="1"/>
          </a:pPr>
          <a:r>
            <a:rPr lang="en-US"/>
            <a:t>Dates: early 2020 → late 2021</a:t>
          </a:r>
        </a:p>
      </dgm:t>
    </dgm:pt>
    <dgm:pt modelId="{A6E33E82-872F-49A7-AE5F-3AC8EFDECF3C}" type="parTrans" cxnId="{B33A1BA8-ADE7-4849-861E-F7C5A9FF3EA9}">
      <dgm:prSet/>
      <dgm:spPr/>
      <dgm:t>
        <a:bodyPr/>
        <a:lstStyle/>
        <a:p>
          <a:endParaRPr lang="en-US"/>
        </a:p>
      </dgm:t>
    </dgm:pt>
    <dgm:pt modelId="{275BF070-3EFD-47B9-84C0-38299934F13C}" type="sibTrans" cxnId="{B33A1BA8-ADE7-4849-861E-F7C5A9FF3EA9}">
      <dgm:prSet/>
      <dgm:spPr/>
      <dgm:t>
        <a:bodyPr/>
        <a:lstStyle/>
        <a:p>
          <a:endParaRPr lang="en-US"/>
        </a:p>
      </dgm:t>
    </dgm:pt>
    <dgm:pt modelId="{62386CDA-1D7E-4716-A4EB-B2821F68D55A}" type="pres">
      <dgm:prSet presAssocID="{6907B958-422C-4257-A6AC-3E256BF7C9FE}" presName="root" presStyleCnt="0">
        <dgm:presLayoutVars>
          <dgm:dir/>
          <dgm:resizeHandles val="exact"/>
        </dgm:presLayoutVars>
      </dgm:prSet>
      <dgm:spPr/>
    </dgm:pt>
    <dgm:pt modelId="{A6C4D710-E82A-476A-ACE7-80B68DD16707}" type="pres">
      <dgm:prSet presAssocID="{154BFFD0-5D43-46C0-8C4B-AF1BF535B677}" presName="compNode" presStyleCnt="0"/>
      <dgm:spPr/>
    </dgm:pt>
    <dgm:pt modelId="{6C108B0E-6B68-4C74-841A-38D52BC08BBE}" type="pres">
      <dgm:prSet presAssocID="{154BFFD0-5D43-46C0-8C4B-AF1BF535B677}"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atistics"/>
        </a:ext>
      </dgm:extLst>
    </dgm:pt>
    <dgm:pt modelId="{85488BF0-EF70-4737-A4A8-A5B61D5B7F27}" type="pres">
      <dgm:prSet presAssocID="{154BFFD0-5D43-46C0-8C4B-AF1BF535B677}" presName="iconSpace" presStyleCnt="0"/>
      <dgm:spPr/>
    </dgm:pt>
    <dgm:pt modelId="{B2B1EE5D-74BD-4351-BBA7-FD05CEF97F7E}" type="pres">
      <dgm:prSet presAssocID="{154BFFD0-5D43-46C0-8C4B-AF1BF535B677}" presName="parTx" presStyleLbl="revTx" presStyleIdx="0" presStyleCnt="8">
        <dgm:presLayoutVars>
          <dgm:chMax val="0"/>
          <dgm:chPref val="0"/>
        </dgm:presLayoutVars>
      </dgm:prSet>
      <dgm:spPr/>
    </dgm:pt>
    <dgm:pt modelId="{7E7F7A18-3CDE-4B57-ACEF-7B5E5D64A869}" type="pres">
      <dgm:prSet presAssocID="{154BFFD0-5D43-46C0-8C4B-AF1BF535B677}" presName="txSpace" presStyleCnt="0"/>
      <dgm:spPr/>
    </dgm:pt>
    <dgm:pt modelId="{CABAE8DA-C0B7-47C9-9BB7-8809D0FF3F43}" type="pres">
      <dgm:prSet presAssocID="{154BFFD0-5D43-46C0-8C4B-AF1BF535B677}" presName="desTx" presStyleLbl="revTx" presStyleIdx="1" presStyleCnt="8">
        <dgm:presLayoutVars/>
      </dgm:prSet>
      <dgm:spPr/>
    </dgm:pt>
    <dgm:pt modelId="{5A2AE365-C21B-40E8-8936-72E5FA4E21E6}" type="pres">
      <dgm:prSet presAssocID="{504CFF9C-6AF1-4B81-A373-E7EB6B7919C3}" presName="sibTrans" presStyleCnt="0"/>
      <dgm:spPr/>
    </dgm:pt>
    <dgm:pt modelId="{06868EA6-110B-4C3D-94EC-40525E11B4FA}" type="pres">
      <dgm:prSet presAssocID="{33ABEFB0-BFBD-4B4E-A272-2AB99B67D3D7}" presName="compNode" presStyleCnt="0"/>
      <dgm:spPr/>
    </dgm:pt>
    <dgm:pt modelId="{C2459CD6-AC48-4429-A15A-3A3D7731C1CA}" type="pres">
      <dgm:prSet presAssocID="{33ABEFB0-BFBD-4B4E-A272-2AB99B67D3D7}"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Earth Globe Americas"/>
        </a:ext>
      </dgm:extLst>
    </dgm:pt>
    <dgm:pt modelId="{7F768854-6ECF-45C2-85D6-3069680D25A2}" type="pres">
      <dgm:prSet presAssocID="{33ABEFB0-BFBD-4B4E-A272-2AB99B67D3D7}" presName="iconSpace" presStyleCnt="0"/>
      <dgm:spPr/>
    </dgm:pt>
    <dgm:pt modelId="{43AC5522-CA99-46DF-B87E-EA2BA616B022}" type="pres">
      <dgm:prSet presAssocID="{33ABEFB0-BFBD-4B4E-A272-2AB99B67D3D7}" presName="parTx" presStyleLbl="revTx" presStyleIdx="2" presStyleCnt="8">
        <dgm:presLayoutVars>
          <dgm:chMax val="0"/>
          <dgm:chPref val="0"/>
        </dgm:presLayoutVars>
      </dgm:prSet>
      <dgm:spPr/>
    </dgm:pt>
    <dgm:pt modelId="{BB12A7EF-28FC-48C5-BE7C-287A5AF0C926}" type="pres">
      <dgm:prSet presAssocID="{33ABEFB0-BFBD-4B4E-A272-2AB99B67D3D7}" presName="txSpace" presStyleCnt="0"/>
      <dgm:spPr/>
    </dgm:pt>
    <dgm:pt modelId="{A23760AA-1AC4-4DD2-803F-029053CACFC7}" type="pres">
      <dgm:prSet presAssocID="{33ABEFB0-BFBD-4B4E-A272-2AB99B67D3D7}" presName="desTx" presStyleLbl="revTx" presStyleIdx="3" presStyleCnt="8">
        <dgm:presLayoutVars/>
      </dgm:prSet>
      <dgm:spPr/>
    </dgm:pt>
    <dgm:pt modelId="{821EE1BC-D97E-429F-A798-3C1F26E3E762}" type="pres">
      <dgm:prSet presAssocID="{C4D51C0A-EB9E-4AB5-9AF3-35385FE1E7AA}" presName="sibTrans" presStyleCnt="0"/>
      <dgm:spPr/>
    </dgm:pt>
    <dgm:pt modelId="{E89D8271-0C73-4CED-84EC-81899404214C}" type="pres">
      <dgm:prSet presAssocID="{5E4F025F-F3AC-4734-B123-90E83D4D97DD}" presName="compNode" presStyleCnt="0"/>
      <dgm:spPr/>
    </dgm:pt>
    <dgm:pt modelId="{6F416A48-79A3-406A-8472-3EE7DEFA705D}" type="pres">
      <dgm:prSet presAssocID="{5E4F025F-F3AC-4734-B123-90E83D4D97DD}"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ethoscope"/>
        </a:ext>
      </dgm:extLst>
    </dgm:pt>
    <dgm:pt modelId="{1C49ED12-5BCE-4B38-90C5-37A95ECA466C}" type="pres">
      <dgm:prSet presAssocID="{5E4F025F-F3AC-4734-B123-90E83D4D97DD}" presName="iconSpace" presStyleCnt="0"/>
      <dgm:spPr/>
    </dgm:pt>
    <dgm:pt modelId="{0FF3F009-C387-4BD4-8FDF-6845AB590DDD}" type="pres">
      <dgm:prSet presAssocID="{5E4F025F-F3AC-4734-B123-90E83D4D97DD}" presName="parTx" presStyleLbl="revTx" presStyleIdx="4" presStyleCnt="8">
        <dgm:presLayoutVars>
          <dgm:chMax val="0"/>
          <dgm:chPref val="0"/>
        </dgm:presLayoutVars>
      </dgm:prSet>
      <dgm:spPr/>
    </dgm:pt>
    <dgm:pt modelId="{3962332F-A6D0-4F4D-8CD7-8580B73B85DF}" type="pres">
      <dgm:prSet presAssocID="{5E4F025F-F3AC-4734-B123-90E83D4D97DD}" presName="txSpace" presStyleCnt="0"/>
      <dgm:spPr/>
    </dgm:pt>
    <dgm:pt modelId="{7302B5F6-81BA-4C14-9B31-00B8EBC7FB25}" type="pres">
      <dgm:prSet presAssocID="{5E4F025F-F3AC-4734-B123-90E83D4D97DD}" presName="desTx" presStyleLbl="revTx" presStyleIdx="5" presStyleCnt="8">
        <dgm:presLayoutVars/>
      </dgm:prSet>
      <dgm:spPr/>
    </dgm:pt>
    <dgm:pt modelId="{7EA4F262-31CC-475D-86C8-E6ACE28F9234}" type="pres">
      <dgm:prSet presAssocID="{BF6F07CE-CF80-4FB7-87EE-BE8F0F5CB49A}" presName="sibTrans" presStyleCnt="0"/>
      <dgm:spPr/>
    </dgm:pt>
    <dgm:pt modelId="{CCAEDB07-3362-4C3E-852F-5806E5ACF856}" type="pres">
      <dgm:prSet presAssocID="{FE4FAB2D-574C-4310-A78D-50F4FC4161A3}" presName="compNode" presStyleCnt="0"/>
      <dgm:spPr/>
    </dgm:pt>
    <dgm:pt modelId="{BAB785FC-5CC2-47C2-B58F-3B62F9FF51FC}" type="pres">
      <dgm:prSet presAssocID="{FE4FAB2D-574C-4310-A78D-50F4FC4161A3}"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aily Calendar"/>
        </a:ext>
      </dgm:extLst>
    </dgm:pt>
    <dgm:pt modelId="{6F0375A8-C256-449F-8922-F32BCF135DBB}" type="pres">
      <dgm:prSet presAssocID="{FE4FAB2D-574C-4310-A78D-50F4FC4161A3}" presName="iconSpace" presStyleCnt="0"/>
      <dgm:spPr/>
    </dgm:pt>
    <dgm:pt modelId="{72A20D09-77B5-4516-89C3-72EE77530A8E}" type="pres">
      <dgm:prSet presAssocID="{FE4FAB2D-574C-4310-A78D-50F4FC4161A3}" presName="parTx" presStyleLbl="revTx" presStyleIdx="6" presStyleCnt="8">
        <dgm:presLayoutVars>
          <dgm:chMax val="0"/>
          <dgm:chPref val="0"/>
        </dgm:presLayoutVars>
      </dgm:prSet>
      <dgm:spPr/>
    </dgm:pt>
    <dgm:pt modelId="{DD9219DD-D915-47D3-9BFD-F4EC74BB0C99}" type="pres">
      <dgm:prSet presAssocID="{FE4FAB2D-574C-4310-A78D-50F4FC4161A3}" presName="txSpace" presStyleCnt="0"/>
      <dgm:spPr/>
    </dgm:pt>
    <dgm:pt modelId="{236752FA-A044-43CE-B88D-6BFC581DEFB5}" type="pres">
      <dgm:prSet presAssocID="{FE4FAB2D-574C-4310-A78D-50F4FC4161A3}" presName="desTx" presStyleLbl="revTx" presStyleIdx="7" presStyleCnt="8">
        <dgm:presLayoutVars/>
      </dgm:prSet>
      <dgm:spPr/>
    </dgm:pt>
  </dgm:ptLst>
  <dgm:cxnLst>
    <dgm:cxn modelId="{4F92130A-7B6C-4EA2-8326-E2DE0DF7BC5F}" type="presOf" srcId="{D1F92E0E-30AD-4F9C-88C9-CA8F8A11BB0A}" destId="{7302B5F6-81BA-4C14-9B31-00B8EBC7FB25}" srcOrd="0" destOrd="1" presId="urn:microsoft.com/office/officeart/2018/2/layout/IconLabelDescriptionList"/>
    <dgm:cxn modelId="{5AF01413-097C-450E-B53D-1E4AD4F3AB0B}" srcId="{6907B958-422C-4257-A6AC-3E256BF7C9FE}" destId="{154BFFD0-5D43-46C0-8C4B-AF1BF535B677}" srcOrd="0" destOrd="0" parTransId="{0A3B6BC9-BB3B-45E3-8A19-8DD61D5AD0F6}" sibTransId="{504CFF9C-6AF1-4B81-A373-E7EB6B7919C3}"/>
    <dgm:cxn modelId="{CA5FD616-EDAB-4E67-A087-0FDAB4784F7B}" type="presOf" srcId="{C2B4B34F-DCE1-4530-A6B5-1BABD87520D8}" destId="{7302B5F6-81BA-4C14-9B31-00B8EBC7FB25}" srcOrd="0" destOrd="3" presId="urn:microsoft.com/office/officeart/2018/2/layout/IconLabelDescriptionList"/>
    <dgm:cxn modelId="{A036DE20-7BB0-4064-93CA-3759740767C0}" type="presOf" srcId="{ED07C6D2-FC3D-4B71-BD1A-0BA463EBE06B}" destId="{7302B5F6-81BA-4C14-9B31-00B8EBC7FB25}" srcOrd="0" destOrd="0" presId="urn:microsoft.com/office/officeart/2018/2/layout/IconLabelDescriptionList"/>
    <dgm:cxn modelId="{6CEA644A-25CE-4F11-9CD3-524FECD0934B}" srcId="{5E4F025F-F3AC-4734-B123-90E83D4D97DD}" destId="{ED07C6D2-FC3D-4B71-BD1A-0BA463EBE06B}" srcOrd="0" destOrd="0" parTransId="{8D1A7A98-6521-49FE-8717-505286CE88D0}" sibTransId="{3B505ABF-293E-4F26-81E5-AF8EF0C11705}"/>
    <dgm:cxn modelId="{36E1F65D-EA2D-44A5-8DB0-452EF2A90528}" type="presOf" srcId="{33ABEFB0-BFBD-4B4E-A272-2AB99B67D3D7}" destId="{43AC5522-CA99-46DF-B87E-EA2BA616B022}" srcOrd="0" destOrd="0" presId="urn:microsoft.com/office/officeart/2018/2/layout/IconLabelDescriptionList"/>
    <dgm:cxn modelId="{9CD3F45F-625B-47E9-94EC-A52FCFCBD28C}" srcId="{5E4F025F-F3AC-4734-B123-90E83D4D97DD}" destId="{D1F92E0E-30AD-4F9C-88C9-CA8F8A11BB0A}" srcOrd="1" destOrd="0" parTransId="{A5834431-2839-45BD-9550-3E690A99E7DE}" sibTransId="{E32B95B1-23A9-4728-B883-AFFF068A46FF}"/>
    <dgm:cxn modelId="{1771116C-65DA-4DBB-BFA3-0B0F58E0011A}" type="presOf" srcId="{2095C3C3-A2C2-4320-9300-3329DF3E9B94}" destId="{7302B5F6-81BA-4C14-9B31-00B8EBC7FB25}" srcOrd="0" destOrd="2" presId="urn:microsoft.com/office/officeart/2018/2/layout/IconLabelDescriptionList"/>
    <dgm:cxn modelId="{44301D93-990E-4018-9302-72089E5E27CE}" type="presOf" srcId="{C50E3D43-7310-4275-8BF5-5C8147DD9E87}" destId="{7302B5F6-81BA-4C14-9B31-00B8EBC7FB25}" srcOrd="0" destOrd="4" presId="urn:microsoft.com/office/officeart/2018/2/layout/IconLabelDescriptionList"/>
    <dgm:cxn modelId="{A1355C98-A3FC-47E4-A41E-99F2B56B2E83}" type="presOf" srcId="{154BFFD0-5D43-46C0-8C4B-AF1BF535B677}" destId="{B2B1EE5D-74BD-4351-BBA7-FD05CEF97F7E}" srcOrd="0" destOrd="0" presId="urn:microsoft.com/office/officeart/2018/2/layout/IconLabelDescriptionList"/>
    <dgm:cxn modelId="{42BB4BA2-610C-4AB6-A2D3-79050939ED8F}" type="presOf" srcId="{FE4FAB2D-574C-4310-A78D-50F4FC4161A3}" destId="{72A20D09-77B5-4516-89C3-72EE77530A8E}" srcOrd="0" destOrd="0" presId="urn:microsoft.com/office/officeart/2018/2/layout/IconLabelDescriptionList"/>
    <dgm:cxn modelId="{C83A81A3-7004-4F1C-95B9-796D8D0F5AEE}" srcId="{6907B958-422C-4257-A6AC-3E256BF7C9FE}" destId="{5E4F025F-F3AC-4734-B123-90E83D4D97DD}" srcOrd="2" destOrd="0" parTransId="{C0C42B4E-B1F6-4A20-B90D-90AB6333FCC9}" sibTransId="{BF6F07CE-CF80-4FB7-87EE-BE8F0F5CB49A}"/>
    <dgm:cxn modelId="{B33A1BA8-ADE7-4849-861E-F7C5A9FF3EA9}" srcId="{6907B958-422C-4257-A6AC-3E256BF7C9FE}" destId="{FE4FAB2D-574C-4310-A78D-50F4FC4161A3}" srcOrd="3" destOrd="0" parTransId="{A6E33E82-872F-49A7-AE5F-3AC8EFDECF3C}" sibTransId="{275BF070-3EFD-47B9-84C0-38299934F13C}"/>
    <dgm:cxn modelId="{FFA3D3CE-276B-418E-AFF9-AD399D59E91E}" srcId="{5E4F025F-F3AC-4734-B123-90E83D4D97DD}" destId="{C50E3D43-7310-4275-8BF5-5C8147DD9E87}" srcOrd="4" destOrd="0" parTransId="{68714456-6EAF-43F0-81AA-03A25524A9D0}" sibTransId="{CC4E2C4B-606E-43F3-A2D9-D1983D3944F6}"/>
    <dgm:cxn modelId="{A1036DEB-E31F-4892-86F7-EDDF19A0E40A}" srcId="{5E4F025F-F3AC-4734-B123-90E83D4D97DD}" destId="{2095C3C3-A2C2-4320-9300-3329DF3E9B94}" srcOrd="2" destOrd="0" parTransId="{C2E36629-8482-4993-B98E-11D3A9CA1CDA}" sibTransId="{4ACF23CB-F522-4EA6-A2BE-F889F14CAE1F}"/>
    <dgm:cxn modelId="{5885B1F2-57E2-4DFF-A48F-0EB311C83B95}" type="presOf" srcId="{5E4F025F-F3AC-4734-B123-90E83D4D97DD}" destId="{0FF3F009-C387-4BD4-8FDF-6845AB590DDD}" srcOrd="0" destOrd="0" presId="urn:microsoft.com/office/officeart/2018/2/layout/IconLabelDescriptionList"/>
    <dgm:cxn modelId="{7E3BF3F3-B5A4-40E1-A64E-4227428299E4}" srcId="{5E4F025F-F3AC-4734-B123-90E83D4D97DD}" destId="{C2B4B34F-DCE1-4530-A6B5-1BABD87520D8}" srcOrd="3" destOrd="0" parTransId="{1BC9B531-F025-4DD1-B67B-E56E307C058F}" sibTransId="{387A370E-00DA-4BA7-954B-8EEAB176E862}"/>
    <dgm:cxn modelId="{D46BA0F4-CC28-4AFD-A7FA-826F43EED499}" srcId="{6907B958-422C-4257-A6AC-3E256BF7C9FE}" destId="{33ABEFB0-BFBD-4B4E-A272-2AB99B67D3D7}" srcOrd="1" destOrd="0" parTransId="{B123D3E0-5B1D-44B5-BE11-5C37714B3DD2}" sibTransId="{C4D51C0A-EB9E-4AB5-9AF3-35385FE1E7AA}"/>
    <dgm:cxn modelId="{22233FFC-8833-4B48-8F8F-3B971544B3D0}" type="presOf" srcId="{6907B958-422C-4257-A6AC-3E256BF7C9FE}" destId="{62386CDA-1D7E-4716-A4EB-B2821F68D55A}" srcOrd="0" destOrd="0" presId="urn:microsoft.com/office/officeart/2018/2/layout/IconLabelDescriptionList"/>
    <dgm:cxn modelId="{0F738576-31CF-4218-B2C0-B061369ACEFB}" type="presParOf" srcId="{62386CDA-1D7E-4716-A4EB-B2821F68D55A}" destId="{A6C4D710-E82A-476A-ACE7-80B68DD16707}" srcOrd="0" destOrd="0" presId="urn:microsoft.com/office/officeart/2018/2/layout/IconLabelDescriptionList"/>
    <dgm:cxn modelId="{C64EBC8C-0D36-400F-881B-EA70CCE1BA0F}" type="presParOf" srcId="{A6C4D710-E82A-476A-ACE7-80B68DD16707}" destId="{6C108B0E-6B68-4C74-841A-38D52BC08BBE}" srcOrd="0" destOrd="0" presId="urn:microsoft.com/office/officeart/2018/2/layout/IconLabelDescriptionList"/>
    <dgm:cxn modelId="{05FF4002-049F-4E10-94A5-F88A4E117F3A}" type="presParOf" srcId="{A6C4D710-E82A-476A-ACE7-80B68DD16707}" destId="{85488BF0-EF70-4737-A4A8-A5B61D5B7F27}" srcOrd="1" destOrd="0" presId="urn:microsoft.com/office/officeart/2018/2/layout/IconLabelDescriptionList"/>
    <dgm:cxn modelId="{57EF8D1B-B5A1-4023-9E18-FCEF1EA65E28}" type="presParOf" srcId="{A6C4D710-E82A-476A-ACE7-80B68DD16707}" destId="{B2B1EE5D-74BD-4351-BBA7-FD05CEF97F7E}" srcOrd="2" destOrd="0" presId="urn:microsoft.com/office/officeart/2018/2/layout/IconLabelDescriptionList"/>
    <dgm:cxn modelId="{D914AF77-C560-4274-A485-84BFC0D93A7D}" type="presParOf" srcId="{A6C4D710-E82A-476A-ACE7-80B68DD16707}" destId="{7E7F7A18-3CDE-4B57-ACEF-7B5E5D64A869}" srcOrd="3" destOrd="0" presId="urn:microsoft.com/office/officeart/2018/2/layout/IconLabelDescriptionList"/>
    <dgm:cxn modelId="{2E203F8A-9F76-44BE-B4EF-C0D950026B8D}" type="presParOf" srcId="{A6C4D710-E82A-476A-ACE7-80B68DD16707}" destId="{CABAE8DA-C0B7-47C9-9BB7-8809D0FF3F43}" srcOrd="4" destOrd="0" presId="urn:microsoft.com/office/officeart/2018/2/layout/IconLabelDescriptionList"/>
    <dgm:cxn modelId="{5C603A86-80EF-4E92-BE06-79C1FDE010E3}" type="presParOf" srcId="{62386CDA-1D7E-4716-A4EB-B2821F68D55A}" destId="{5A2AE365-C21B-40E8-8936-72E5FA4E21E6}" srcOrd="1" destOrd="0" presId="urn:microsoft.com/office/officeart/2018/2/layout/IconLabelDescriptionList"/>
    <dgm:cxn modelId="{FDFC525F-180E-43D8-8FCC-429964636FE7}" type="presParOf" srcId="{62386CDA-1D7E-4716-A4EB-B2821F68D55A}" destId="{06868EA6-110B-4C3D-94EC-40525E11B4FA}" srcOrd="2" destOrd="0" presId="urn:microsoft.com/office/officeart/2018/2/layout/IconLabelDescriptionList"/>
    <dgm:cxn modelId="{55CE3464-7968-4D0F-9222-6A751FC0E419}" type="presParOf" srcId="{06868EA6-110B-4C3D-94EC-40525E11B4FA}" destId="{C2459CD6-AC48-4429-A15A-3A3D7731C1CA}" srcOrd="0" destOrd="0" presId="urn:microsoft.com/office/officeart/2018/2/layout/IconLabelDescriptionList"/>
    <dgm:cxn modelId="{D90013C5-675A-4C87-8701-FFF1C839F9EE}" type="presParOf" srcId="{06868EA6-110B-4C3D-94EC-40525E11B4FA}" destId="{7F768854-6ECF-45C2-85D6-3069680D25A2}" srcOrd="1" destOrd="0" presId="urn:microsoft.com/office/officeart/2018/2/layout/IconLabelDescriptionList"/>
    <dgm:cxn modelId="{C1AF7942-1C64-4686-B177-E3AB62E20286}" type="presParOf" srcId="{06868EA6-110B-4C3D-94EC-40525E11B4FA}" destId="{43AC5522-CA99-46DF-B87E-EA2BA616B022}" srcOrd="2" destOrd="0" presId="urn:microsoft.com/office/officeart/2018/2/layout/IconLabelDescriptionList"/>
    <dgm:cxn modelId="{15E1553D-FE25-48DE-9C26-F0D6C2544A07}" type="presParOf" srcId="{06868EA6-110B-4C3D-94EC-40525E11B4FA}" destId="{BB12A7EF-28FC-48C5-BE7C-287A5AF0C926}" srcOrd="3" destOrd="0" presId="urn:microsoft.com/office/officeart/2018/2/layout/IconLabelDescriptionList"/>
    <dgm:cxn modelId="{F955B93B-928F-4080-A91A-B1A8638D55F0}" type="presParOf" srcId="{06868EA6-110B-4C3D-94EC-40525E11B4FA}" destId="{A23760AA-1AC4-4DD2-803F-029053CACFC7}" srcOrd="4" destOrd="0" presId="urn:microsoft.com/office/officeart/2018/2/layout/IconLabelDescriptionList"/>
    <dgm:cxn modelId="{AC097EB6-5392-45BB-97AC-6620387F1731}" type="presParOf" srcId="{62386CDA-1D7E-4716-A4EB-B2821F68D55A}" destId="{821EE1BC-D97E-429F-A798-3C1F26E3E762}" srcOrd="3" destOrd="0" presId="urn:microsoft.com/office/officeart/2018/2/layout/IconLabelDescriptionList"/>
    <dgm:cxn modelId="{3AB714A8-E02D-4480-89F9-30B9C8B1998A}" type="presParOf" srcId="{62386CDA-1D7E-4716-A4EB-B2821F68D55A}" destId="{E89D8271-0C73-4CED-84EC-81899404214C}" srcOrd="4" destOrd="0" presId="urn:microsoft.com/office/officeart/2018/2/layout/IconLabelDescriptionList"/>
    <dgm:cxn modelId="{FD3066B8-EE21-4CDF-823A-5B4369BD0502}" type="presParOf" srcId="{E89D8271-0C73-4CED-84EC-81899404214C}" destId="{6F416A48-79A3-406A-8472-3EE7DEFA705D}" srcOrd="0" destOrd="0" presId="urn:microsoft.com/office/officeart/2018/2/layout/IconLabelDescriptionList"/>
    <dgm:cxn modelId="{15466350-1D4A-4B93-8A26-7ADC4512F02C}" type="presParOf" srcId="{E89D8271-0C73-4CED-84EC-81899404214C}" destId="{1C49ED12-5BCE-4B38-90C5-37A95ECA466C}" srcOrd="1" destOrd="0" presId="urn:microsoft.com/office/officeart/2018/2/layout/IconLabelDescriptionList"/>
    <dgm:cxn modelId="{1CAD1358-9181-4EDC-9E16-1C0BA68C0FA4}" type="presParOf" srcId="{E89D8271-0C73-4CED-84EC-81899404214C}" destId="{0FF3F009-C387-4BD4-8FDF-6845AB590DDD}" srcOrd="2" destOrd="0" presId="urn:microsoft.com/office/officeart/2018/2/layout/IconLabelDescriptionList"/>
    <dgm:cxn modelId="{586D1C4F-B9C8-4D30-BC3C-29ADCB7F16B0}" type="presParOf" srcId="{E89D8271-0C73-4CED-84EC-81899404214C}" destId="{3962332F-A6D0-4F4D-8CD7-8580B73B85DF}" srcOrd="3" destOrd="0" presId="urn:microsoft.com/office/officeart/2018/2/layout/IconLabelDescriptionList"/>
    <dgm:cxn modelId="{D2422089-F3CB-45FE-89E2-9704A9C210DE}" type="presParOf" srcId="{E89D8271-0C73-4CED-84EC-81899404214C}" destId="{7302B5F6-81BA-4C14-9B31-00B8EBC7FB25}" srcOrd="4" destOrd="0" presId="urn:microsoft.com/office/officeart/2018/2/layout/IconLabelDescriptionList"/>
    <dgm:cxn modelId="{F4B7D1D0-498A-403A-B1F6-BE1FC781E9F2}" type="presParOf" srcId="{62386CDA-1D7E-4716-A4EB-B2821F68D55A}" destId="{7EA4F262-31CC-475D-86C8-E6ACE28F9234}" srcOrd="5" destOrd="0" presId="urn:microsoft.com/office/officeart/2018/2/layout/IconLabelDescriptionList"/>
    <dgm:cxn modelId="{D5FA6802-4DDB-4E1E-BDD9-C6CCCF16F6B0}" type="presParOf" srcId="{62386CDA-1D7E-4716-A4EB-B2821F68D55A}" destId="{CCAEDB07-3362-4C3E-852F-5806E5ACF856}" srcOrd="6" destOrd="0" presId="urn:microsoft.com/office/officeart/2018/2/layout/IconLabelDescriptionList"/>
    <dgm:cxn modelId="{3D14705F-9A0D-4830-A3ED-58305A0C0D2F}" type="presParOf" srcId="{CCAEDB07-3362-4C3E-852F-5806E5ACF856}" destId="{BAB785FC-5CC2-47C2-B58F-3B62F9FF51FC}" srcOrd="0" destOrd="0" presId="urn:microsoft.com/office/officeart/2018/2/layout/IconLabelDescriptionList"/>
    <dgm:cxn modelId="{74D0D7CB-8491-42B0-B650-37967C05060D}" type="presParOf" srcId="{CCAEDB07-3362-4C3E-852F-5806E5ACF856}" destId="{6F0375A8-C256-449F-8922-F32BCF135DBB}" srcOrd="1" destOrd="0" presId="urn:microsoft.com/office/officeart/2018/2/layout/IconLabelDescriptionList"/>
    <dgm:cxn modelId="{69266D21-0848-47AE-ADDB-616A19511307}" type="presParOf" srcId="{CCAEDB07-3362-4C3E-852F-5806E5ACF856}" destId="{72A20D09-77B5-4516-89C3-72EE77530A8E}" srcOrd="2" destOrd="0" presId="urn:microsoft.com/office/officeart/2018/2/layout/IconLabelDescriptionList"/>
    <dgm:cxn modelId="{7C84E16B-8A22-4BF1-AE85-D059366D40E8}" type="presParOf" srcId="{CCAEDB07-3362-4C3E-852F-5806E5ACF856}" destId="{DD9219DD-D915-47D3-9BFD-F4EC74BB0C99}" srcOrd="3" destOrd="0" presId="urn:microsoft.com/office/officeart/2018/2/layout/IconLabelDescriptionList"/>
    <dgm:cxn modelId="{917BC616-A1C9-4F52-90C4-5A639F08EEA1}" type="presParOf" srcId="{CCAEDB07-3362-4C3E-852F-5806E5ACF856}" destId="{236752FA-A044-43CE-B88D-6BFC581DEFB5}" srcOrd="4" destOrd="0" presId="urn:microsoft.com/office/officeart/2018/2/layout/IconLabelDescription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4BF958F-945A-4181-AE29-E41C457F6DB0}"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02690912-5EF3-4451-8A96-25B3B087BD27}">
      <dgm:prSet/>
      <dgm:spPr/>
      <dgm:t>
        <a:bodyPr/>
        <a:lstStyle/>
        <a:p>
          <a:pPr>
            <a:defRPr cap="all"/>
          </a:pPr>
          <a:r>
            <a:rPr lang="en-US"/>
            <a:t>Removed negative/outlier values</a:t>
          </a:r>
        </a:p>
      </dgm:t>
    </dgm:pt>
    <dgm:pt modelId="{CC6CD2C7-8F56-4EE2-816A-46553AE0ACB0}" type="parTrans" cxnId="{101C8368-F75F-4ED5-8043-B8D6D54F3A41}">
      <dgm:prSet/>
      <dgm:spPr/>
      <dgm:t>
        <a:bodyPr/>
        <a:lstStyle/>
        <a:p>
          <a:endParaRPr lang="en-US"/>
        </a:p>
      </dgm:t>
    </dgm:pt>
    <dgm:pt modelId="{5D4397B0-12D2-41B0-9B25-82B6719EB140}" type="sibTrans" cxnId="{101C8368-F75F-4ED5-8043-B8D6D54F3A41}">
      <dgm:prSet/>
      <dgm:spPr/>
      <dgm:t>
        <a:bodyPr/>
        <a:lstStyle/>
        <a:p>
          <a:endParaRPr lang="en-US"/>
        </a:p>
      </dgm:t>
    </dgm:pt>
    <dgm:pt modelId="{EE4B8103-1DA0-4DDF-9C5A-3E756E19EE83}">
      <dgm:prSet/>
      <dgm:spPr/>
      <dgm:t>
        <a:bodyPr/>
        <a:lstStyle/>
        <a:p>
          <a:pPr>
            <a:defRPr cap="all"/>
          </a:pPr>
          <a:r>
            <a:rPr lang="en-US"/>
            <a:t>Forward/backward filled missing values</a:t>
          </a:r>
        </a:p>
      </dgm:t>
    </dgm:pt>
    <dgm:pt modelId="{99EDD077-F9E9-414C-A87A-85F883F0FA46}" type="parTrans" cxnId="{5D307264-B061-4D13-B389-C92C4D79647F}">
      <dgm:prSet/>
      <dgm:spPr/>
      <dgm:t>
        <a:bodyPr/>
        <a:lstStyle/>
        <a:p>
          <a:endParaRPr lang="en-US"/>
        </a:p>
      </dgm:t>
    </dgm:pt>
    <dgm:pt modelId="{2F1D1644-07EE-4918-A369-ACA7E8218370}" type="sibTrans" cxnId="{5D307264-B061-4D13-B389-C92C4D79647F}">
      <dgm:prSet/>
      <dgm:spPr/>
      <dgm:t>
        <a:bodyPr/>
        <a:lstStyle/>
        <a:p>
          <a:endParaRPr lang="en-US"/>
        </a:p>
      </dgm:t>
    </dgm:pt>
    <dgm:pt modelId="{E9D9A260-6BCB-4B7D-A009-A9C039F41D6C}">
      <dgm:prSet/>
      <dgm:spPr/>
      <dgm:t>
        <a:bodyPr/>
        <a:lstStyle/>
        <a:p>
          <a:pPr>
            <a:defRPr cap="all"/>
          </a:pPr>
          <a:r>
            <a:rPr lang="en-US"/>
            <a:t>Computed 7-day rolling averages</a:t>
          </a:r>
        </a:p>
      </dgm:t>
    </dgm:pt>
    <dgm:pt modelId="{7780EBA4-7331-41C8-81DC-00FAAB53ADA3}" type="parTrans" cxnId="{4EFB13AA-5CCF-4A1A-B8B7-3B628BD35ED5}">
      <dgm:prSet/>
      <dgm:spPr/>
      <dgm:t>
        <a:bodyPr/>
        <a:lstStyle/>
        <a:p>
          <a:endParaRPr lang="en-US"/>
        </a:p>
      </dgm:t>
    </dgm:pt>
    <dgm:pt modelId="{FFBC624D-0753-4F3D-9DE4-12D797395308}" type="sibTrans" cxnId="{4EFB13AA-5CCF-4A1A-B8B7-3B628BD35ED5}">
      <dgm:prSet/>
      <dgm:spPr/>
      <dgm:t>
        <a:bodyPr/>
        <a:lstStyle/>
        <a:p>
          <a:endParaRPr lang="en-US"/>
        </a:p>
      </dgm:t>
    </dgm:pt>
    <dgm:pt modelId="{2209A080-B407-4DBA-955B-8F3956D31A87}">
      <dgm:prSet/>
      <dgm:spPr/>
      <dgm:t>
        <a:bodyPr/>
        <a:lstStyle/>
        <a:p>
          <a:pPr>
            <a:defRPr cap="all"/>
          </a:pPr>
          <a:r>
            <a:rPr lang="en-US"/>
            <a:t>Created growth-rate variables</a:t>
          </a:r>
        </a:p>
      </dgm:t>
    </dgm:pt>
    <dgm:pt modelId="{2D6BD506-1FB1-4AF3-BA61-E179F3B21DE3}" type="parTrans" cxnId="{2706F265-213A-4319-9E50-F1FC89039EE7}">
      <dgm:prSet/>
      <dgm:spPr/>
      <dgm:t>
        <a:bodyPr/>
        <a:lstStyle/>
        <a:p>
          <a:endParaRPr lang="en-US"/>
        </a:p>
      </dgm:t>
    </dgm:pt>
    <dgm:pt modelId="{D13D41F6-E04A-4BD6-818C-C3A3BC7598D0}" type="sibTrans" cxnId="{2706F265-213A-4319-9E50-F1FC89039EE7}">
      <dgm:prSet/>
      <dgm:spPr/>
      <dgm:t>
        <a:bodyPr/>
        <a:lstStyle/>
        <a:p>
          <a:endParaRPr lang="en-US"/>
        </a:p>
      </dgm:t>
    </dgm:pt>
    <dgm:pt modelId="{F5D35FCD-82BD-48E8-82E2-651A8D3E491E}">
      <dgm:prSet/>
      <dgm:spPr/>
      <dgm:t>
        <a:bodyPr/>
        <a:lstStyle/>
        <a:p>
          <a:pPr>
            <a:defRPr cap="all"/>
          </a:pPr>
          <a:r>
            <a:rPr lang="en-US"/>
            <a:t>Added lags and leads for causal timing</a:t>
          </a:r>
        </a:p>
      </dgm:t>
    </dgm:pt>
    <dgm:pt modelId="{CAE52858-0270-4221-9B04-F75B507715A2}" type="parTrans" cxnId="{D9A0C6B9-ECF9-4868-9C87-16ED3814B94B}">
      <dgm:prSet/>
      <dgm:spPr/>
      <dgm:t>
        <a:bodyPr/>
        <a:lstStyle/>
        <a:p>
          <a:endParaRPr lang="en-US"/>
        </a:p>
      </dgm:t>
    </dgm:pt>
    <dgm:pt modelId="{F9B5DDD9-1299-4BEF-AC7F-2C986CD9FB0A}" type="sibTrans" cxnId="{D9A0C6B9-ECF9-4868-9C87-16ED3814B94B}">
      <dgm:prSet/>
      <dgm:spPr/>
      <dgm:t>
        <a:bodyPr/>
        <a:lstStyle/>
        <a:p>
          <a:endParaRPr lang="en-US"/>
        </a:p>
      </dgm:t>
    </dgm:pt>
    <dgm:pt modelId="{43C94CAF-49C7-48FA-BF20-6BB96E35C5D3}" type="pres">
      <dgm:prSet presAssocID="{34BF958F-945A-4181-AE29-E41C457F6DB0}" presName="root" presStyleCnt="0">
        <dgm:presLayoutVars>
          <dgm:dir/>
          <dgm:resizeHandles val="exact"/>
        </dgm:presLayoutVars>
      </dgm:prSet>
      <dgm:spPr/>
    </dgm:pt>
    <dgm:pt modelId="{63D36F68-723C-4BA3-BB61-5629FE9C5A34}" type="pres">
      <dgm:prSet presAssocID="{02690912-5EF3-4451-8A96-25B3B087BD27}" presName="compNode" presStyleCnt="0"/>
      <dgm:spPr/>
    </dgm:pt>
    <dgm:pt modelId="{10CDFFC5-3D7F-49E3-8AEF-6BC5CBA3AEFF}" type="pres">
      <dgm:prSet presAssocID="{02690912-5EF3-4451-8A96-25B3B087BD27}" presName="iconBgRect" presStyleLbl="bgShp" presStyleIdx="0" presStyleCnt="5"/>
      <dgm:spPr>
        <a:prstGeom prst="round2DiagRect">
          <a:avLst>
            <a:gd name="adj1" fmla="val 29727"/>
            <a:gd name="adj2" fmla="val 0"/>
          </a:avLst>
        </a:prstGeom>
      </dgm:spPr>
    </dgm:pt>
    <dgm:pt modelId="{7B5F8E9A-24DB-41D4-9F0B-ECDDEBBE8D91}" type="pres">
      <dgm:prSet presAssocID="{02690912-5EF3-4451-8A96-25B3B087BD27}"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ce"/>
        </a:ext>
      </dgm:extLst>
    </dgm:pt>
    <dgm:pt modelId="{3AA673AE-0A8F-4642-8689-6C4CFD18383D}" type="pres">
      <dgm:prSet presAssocID="{02690912-5EF3-4451-8A96-25B3B087BD27}" presName="spaceRect" presStyleCnt="0"/>
      <dgm:spPr/>
    </dgm:pt>
    <dgm:pt modelId="{38DFF72F-E6C8-46FB-AEDE-2CAFC4943526}" type="pres">
      <dgm:prSet presAssocID="{02690912-5EF3-4451-8A96-25B3B087BD27}" presName="textRect" presStyleLbl="revTx" presStyleIdx="0" presStyleCnt="5">
        <dgm:presLayoutVars>
          <dgm:chMax val="1"/>
          <dgm:chPref val="1"/>
        </dgm:presLayoutVars>
      </dgm:prSet>
      <dgm:spPr/>
    </dgm:pt>
    <dgm:pt modelId="{3B5C07A2-87F8-478D-8858-52CB7041F547}" type="pres">
      <dgm:prSet presAssocID="{5D4397B0-12D2-41B0-9B25-82B6719EB140}" presName="sibTrans" presStyleCnt="0"/>
      <dgm:spPr/>
    </dgm:pt>
    <dgm:pt modelId="{35984B9A-2BF9-4667-A8F5-7C244C84199D}" type="pres">
      <dgm:prSet presAssocID="{EE4B8103-1DA0-4DDF-9C5A-3E756E19EE83}" presName="compNode" presStyleCnt="0"/>
      <dgm:spPr/>
    </dgm:pt>
    <dgm:pt modelId="{0C21C35D-8600-49BF-BB2C-6F4F40065941}" type="pres">
      <dgm:prSet presAssocID="{EE4B8103-1DA0-4DDF-9C5A-3E756E19EE83}" presName="iconBgRect" presStyleLbl="bgShp" presStyleIdx="1" presStyleCnt="5"/>
      <dgm:spPr>
        <a:prstGeom prst="round2DiagRect">
          <a:avLst>
            <a:gd name="adj1" fmla="val 29727"/>
            <a:gd name="adj2" fmla="val 0"/>
          </a:avLst>
        </a:prstGeom>
      </dgm:spPr>
    </dgm:pt>
    <dgm:pt modelId="{5014717C-F267-4B80-91C3-00818ADB73AF}" type="pres">
      <dgm:prSet presAssocID="{EE4B8103-1DA0-4DDF-9C5A-3E756E19EE83}"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ransfer"/>
        </a:ext>
      </dgm:extLst>
    </dgm:pt>
    <dgm:pt modelId="{478EC704-A3C6-4DDF-961B-D86CEBC7996F}" type="pres">
      <dgm:prSet presAssocID="{EE4B8103-1DA0-4DDF-9C5A-3E756E19EE83}" presName="spaceRect" presStyleCnt="0"/>
      <dgm:spPr/>
    </dgm:pt>
    <dgm:pt modelId="{C5CCF815-116A-42EC-B4BE-CBD0EA110F99}" type="pres">
      <dgm:prSet presAssocID="{EE4B8103-1DA0-4DDF-9C5A-3E756E19EE83}" presName="textRect" presStyleLbl="revTx" presStyleIdx="1" presStyleCnt="5">
        <dgm:presLayoutVars>
          <dgm:chMax val="1"/>
          <dgm:chPref val="1"/>
        </dgm:presLayoutVars>
      </dgm:prSet>
      <dgm:spPr/>
    </dgm:pt>
    <dgm:pt modelId="{DB34200A-75D4-44FB-9536-1FA25AF6152C}" type="pres">
      <dgm:prSet presAssocID="{2F1D1644-07EE-4918-A369-ACA7E8218370}" presName="sibTrans" presStyleCnt="0"/>
      <dgm:spPr/>
    </dgm:pt>
    <dgm:pt modelId="{92768273-F007-4911-BAA5-18C1BE0311B3}" type="pres">
      <dgm:prSet presAssocID="{E9D9A260-6BCB-4B7D-A009-A9C039F41D6C}" presName="compNode" presStyleCnt="0"/>
      <dgm:spPr/>
    </dgm:pt>
    <dgm:pt modelId="{AFB69A1F-346F-4B12-AF69-B417E405C8E2}" type="pres">
      <dgm:prSet presAssocID="{E9D9A260-6BCB-4B7D-A009-A9C039F41D6C}" presName="iconBgRect" presStyleLbl="bgShp" presStyleIdx="2" presStyleCnt="5"/>
      <dgm:spPr>
        <a:prstGeom prst="round2DiagRect">
          <a:avLst>
            <a:gd name="adj1" fmla="val 29727"/>
            <a:gd name="adj2" fmla="val 0"/>
          </a:avLst>
        </a:prstGeom>
      </dgm:spPr>
    </dgm:pt>
    <dgm:pt modelId="{A6029479-C1BC-4555-BEFE-4E48C3D306D0}" type="pres">
      <dgm:prSet presAssocID="{E9D9A260-6BCB-4B7D-A009-A9C039F41D6C}"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uler"/>
        </a:ext>
      </dgm:extLst>
    </dgm:pt>
    <dgm:pt modelId="{FA00535B-385D-469B-9F2A-BE9551E0C5BE}" type="pres">
      <dgm:prSet presAssocID="{E9D9A260-6BCB-4B7D-A009-A9C039F41D6C}" presName="spaceRect" presStyleCnt="0"/>
      <dgm:spPr/>
    </dgm:pt>
    <dgm:pt modelId="{893472D5-56DF-4B12-82CF-FF95A2CD9BBA}" type="pres">
      <dgm:prSet presAssocID="{E9D9A260-6BCB-4B7D-A009-A9C039F41D6C}" presName="textRect" presStyleLbl="revTx" presStyleIdx="2" presStyleCnt="5">
        <dgm:presLayoutVars>
          <dgm:chMax val="1"/>
          <dgm:chPref val="1"/>
        </dgm:presLayoutVars>
      </dgm:prSet>
      <dgm:spPr/>
    </dgm:pt>
    <dgm:pt modelId="{FF66EE5F-7AC1-438B-84DB-B2E090BDBAA1}" type="pres">
      <dgm:prSet presAssocID="{FFBC624D-0753-4F3D-9DE4-12D797395308}" presName="sibTrans" presStyleCnt="0"/>
      <dgm:spPr/>
    </dgm:pt>
    <dgm:pt modelId="{37B1D96F-F41E-4E10-B2CC-60F15E27130B}" type="pres">
      <dgm:prSet presAssocID="{2209A080-B407-4DBA-955B-8F3956D31A87}" presName="compNode" presStyleCnt="0"/>
      <dgm:spPr/>
    </dgm:pt>
    <dgm:pt modelId="{9F32289A-6FA1-4D2C-847C-2FC5268146A3}" type="pres">
      <dgm:prSet presAssocID="{2209A080-B407-4DBA-955B-8F3956D31A87}" presName="iconBgRect" presStyleLbl="bgShp" presStyleIdx="3" presStyleCnt="5"/>
      <dgm:spPr>
        <a:prstGeom prst="round2DiagRect">
          <a:avLst>
            <a:gd name="adj1" fmla="val 29727"/>
            <a:gd name="adj2" fmla="val 0"/>
          </a:avLst>
        </a:prstGeom>
      </dgm:spPr>
    </dgm:pt>
    <dgm:pt modelId="{908D9EB4-656C-40A0-B73E-3435A53B705A}" type="pres">
      <dgm:prSet presAssocID="{2209A080-B407-4DBA-955B-8F3956D31A87}"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hermometer"/>
        </a:ext>
      </dgm:extLst>
    </dgm:pt>
    <dgm:pt modelId="{7CED4003-60A3-44D5-BF91-0E98CCF7CC18}" type="pres">
      <dgm:prSet presAssocID="{2209A080-B407-4DBA-955B-8F3956D31A87}" presName="spaceRect" presStyleCnt="0"/>
      <dgm:spPr/>
    </dgm:pt>
    <dgm:pt modelId="{DA033320-FBF1-48FF-B16E-7539F791661B}" type="pres">
      <dgm:prSet presAssocID="{2209A080-B407-4DBA-955B-8F3956D31A87}" presName="textRect" presStyleLbl="revTx" presStyleIdx="3" presStyleCnt="5">
        <dgm:presLayoutVars>
          <dgm:chMax val="1"/>
          <dgm:chPref val="1"/>
        </dgm:presLayoutVars>
      </dgm:prSet>
      <dgm:spPr/>
    </dgm:pt>
    <dgm:pt modelId="{965853FE-A1F8-48ED-9B48-FC8FB48FAB05}" type="pres">
      <dgm:prSet presAssocID="{D13D41F6-E04A-4BD6-818C-C3A3BC7598D0}" presName="sibTrans" presStyleCnt="0"/>
      <dgm:spPr/>
    </dgm:pt>
    <dgm:pt modelId="{6310680F-0C84-4535-A409-4E674D308D7B}" type="pres">
      <dgm:prSet presAssocID="{F5D35FCD-82BD-48E8-82E2-651A8D3E491E}" presName="compNode" presStyleCnt="0"/>
      <dgm:spPr/>
    </dgm:pt>
    <dgm:pt modelId="{81AE014B-A35D-4030-87FA-FC4614D5347D}" type="pres">
      <dgm:prSet presAssocID="{F5D35FCD-82BD-48E8-82E2-651A8D3E491E}" presName="iconBgRect" presStyleLbl="bgShp" presStyleIdx="4" presStyleCnt="5"/>
      <dgm:spPr>
        <a:prstGeom prst="round2DiagRect">
          <a:avLst>
            <a:gd name="adj1" fmla="val 29727"/>
            <a:gd name="adj2" fmla="val 0"/>
          </a:avLst>
        </a:prstGeom>
      </dgm:spPr>
    </dgm:pt>
    <dgm:pt modelId="{7B896B97-A707-4DC0-A562-6A27946EFB93}" type="pres">
      <dgm:prSet presAssocID="{F5D35FCD-82BD-48E8-82E2-651A8D3E491E}"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topwatch"/>
        </a:ext>
      </dgm:extLst>
    </dgm:pt>
    <dgm:pt modelId="{A068318E-462A-4B13-87C0-59BC42BA54AC}" type="pres">
      <dgm:prSet presAssocID="{F5D35FCD-82BD-48E8-82E2-651A8D3E491E}" presName="spaceRect" presStyleCnt="0"/>
      <dgm:spPr/>
    </dgm:pt>
    <dgm:pt modelId="{1D0DE754-E9D0-4048-B2B6-A70FF0AC7182}" type="pres">
      <dgm:prSet presAssocID="{F5D35FCD-82BD-48E8-82E2-651A8D3E491E}" presName="textRect" presStyleLbl="revTx" presStyleIdx="4" presStyleCnt="5">
        <dgm:presLayoutVars>
          <dgm:chMax val="1"/>
          <dgm:chPref val="1"/>
        </dgm:presLayoutVars>
      </dgm:prSet>
      <dgm:spPr/>
    </dgm:pt>
  </dgm:ptLst>
  <dgm:cxnLst>
    <dgm:cxn modelId="{2AEC5707-2BB6-4761-8BA9-F7120C36CECB}" type="presOf" srcId="{E9D9A260-6BCB-4B7D-A009-A9C039F41D6C}" destId="{893472D5-56DF-4B12-82CF-FF95A2CD9BBA}" srcOrd="0" destOrd="0" presId="urn:microsoft.com/office/officeart/2018/5/layout/IconLeafLabelList"/>
    <dgm:cxn modelId="{AD881A0F-C92E-4D14-8AC6-B4C2F2067442}" type="presOf" srcId="{02690912-5EF3-4451-8A96-25B3B087BD27}" destId="{38DFF72F-E6C8-46FB-AEDE-2CAFC4943526}" srcOrd="0" destOrd="0" presId="urn:microsoft.com/office/officeart/2018/5/layout/IconLeafLabelList"/>
    <dgm:cxn modelId="{20B9EB1E-5888-44F1-92F9-9F697D708909}" type="presOf" srcId="{34BF958F-945A-4181-AE29-E41C457F6DB0}" destId="{43C94CAF-49C7-48FA-BF20-6BB96E35C5D3}" srcOrd="0" destOrd="0" presId="urn:microsoft.com/office/officeart/2018/5/layout/IconLeafLabelList"/>
    <dgm:cxn modelId="{5D307264-B061-4D13-B389-C92C4D79647F}" srcId="{34BF958F-945A-4181-AE29-E41C457F6DB0}" destId="{EE4B8103-1DA0-4DDF-9C5A-3E756E19EE83}" srcOrd="1" destOrd="0" parTransId="{99EDD077-F9E9-414C-A87A-85F883F0FA46}" sibTransId="{2F1D1644-07EE-4918-A369-ACA7E8218370}"/>
    <dgm:cxn modelId="{2706F265-213A-4319-9E50-F1FC89039EE7}" srcId="{34BF958F-945A-4181-AE29-E41C457F6DB0}" destId="{2209A080-B407-4DBA-955B-8F3956D31A87}" srcOrd="3" destOrd="0" parTransId="{2D6BD506-1FB1-4AF3-BA61-E179F3B21DE3}" sibTransId="{D13D41F6-E04A-4BD6-818C-C3A3BC7598D0}"/>
    <dgm:cxn modelId="{101C8368-F75F-4ED5-8043-B8D6D54F3A41}" srcId="{34BF958F-945A-4181-AE29-E41C457F6DB0}" destId="{02690912-5EF3-4451-8A96-25B3B087BD27}" srcOrd="0" destOrd="0" parTransId="{CC6CD2C7-8F56-4EE2-816A-46553AE0ACB0}" sibTransId="{5D4397B0-12D2-41B0-9B25-82B6719EB140}"/>
    <dgm:cxn modelId="{051CB692-0FA8-4A2B-A5BE-E46CD764B39E}" type="presOf" srcId="{2209A080-B407-4DBA-955B-8F3956D31A87}" destId="{DA033320-FBF1-48FF-B16E-7539F791661B}" srcOrd="0" destOrd="0" presId="urn:microsoft.com/office/officeart/2018/5/layout/IconLeafLabelList"/>
    <dgm:cxn modelId="{4EFB13AA-5CCF-4A1A-B8B7-3B628BD35ED5}" srcId="{34BF958F-945A-4181-AE29-E41C457F6DB0}" destId="{E9D9A260-6BCB-4B7D-A009-A9C039F41D6C}" srcOrd="2" destOrd="0" parTransId="{7780EBA4-7331-41C8-81DC-00FAAB53ADA3}" sibTransId="{FFBC624D-0753-4F3D-9DE4-12D797395308}"/>
    <dgm:cxn modelId="{D9A0C6B9-ECF9-4868-9C87-16ED3814B94B}" srcId="{34BF958F-945A-4181-AE29-E41C457F6DB0}" destId="{F5D35FCD-82BD-48E8-82E2-651A8D3E491E}" srcOrd="4" destOrd="0" parTransId="{CAE52858-0270-4221-9B04-F75B507715A2}" sibTransId="{F9B5DDD9-1299-4BEF-AC7F-2C986CD9FB0A}"/>
    <dgm:cxn modelId="{D1566EC4-83B8-47F6-B277-F5A8B10810D2}" type="presOf" srcId="{EE4B8103-1DA0-4DDF-9C5A-3E756E19EE83}" destId="{C5CCF815-116A-42EC-B4BE-CBD0EA110F99}" srcOrd="0" destOrd="0" presId="urn:microsoft.com/office/officeart/2018/5/layout/IconLeafLabelList"/>
    <dgm:cxn modelId="{FD72F4DE-3CF2-497D-AC0C-780C071848FD}" type="presOf" srcId="{F5D35FCD-82BD-48E8-82E2-651A8D3E491E}" destId="{1D0DE754-E9D0-4048-B2B6-A70FF0AC7182}" srcOrd="0" destOrd="0" presId="urn:microsoft.com/office/officeart/2018/5/layout/IconLeafLabelList"/>
    <dgm:cxn modelId="{3E50C777-B4BA-4EE8-8BC4-B832EA221AE2}" type="presParOf" srcId="{43C94CAF-49C7-48FA-BF20-6BB96E35C5D3}" destId="{63D36F68-723C-4BA3-BB61-5629FE9C5A34}" srcOrd="0" destOrd="0" presId="urn:microsoft.com/office/officeart/2018/5/layout/IconLeafLabelList"/>
    <dgm:cxn modelId="{6611D2F0-A504-4F95-9B7C-848FDE51323C}" type="presParOf" srcId="{63D36F68-723C-4BA3-BB61-5629FE9C5A34}" destId="{10CDFFC5-3D7F-49E3-8AEF-6BC5CBA3AEFF}" srcOrd="0" destOrd="0" presId="urn:microsoft.com/office/officeart/2018/5/layout/IconLeafLabelList"/>
    <dgm:cxn modelId="{C98638D9-6689-410F-8FDF-B2B1FDCCB998}" type="presParOf" srcId="{63D36F68-723C-4BA3-BB61-5629FE9C5A34}" destId="{7B5F8E9A-24DB-41D4-9F0B-ECDDEBBE8D91}" srcOrd="1" destOrd="0" presId="urn:microsoft.com/office/officeart/2018/5/layout/IconLeafLabelList"/>
    <dgm:cxn modelId="{4341480A-C71B-4929-AB80-33E16E817E9A}" type="presParOf" srcId="{63D36F68-723C-4BA3-BB61-5629FE9C5A34}" destId="{3AA673AE-0A8F-4642-8689-6C4CFD18383D}" srcOrd="2" destOrd="0" presId="urn:microsoft.com/office/officeart/2018/5/layout/IconLeafLabelList"/>
    <dgm:cxn modelId="{F98A1D7D-E5EF-45FF-BEAE-564038416699}" type="presParOf" srcId="{63D36F68-723C-4BA3-BB61-5629FE9C5A34}" destId="{38DFF72F-E6C8-46FB-AEDE-2CAFC4943526}" srcOrd="3" destOrd="0" presId="urn:microsoft.com/office/officeart/2018/5/layout/IconLeafLabelList"/>
    <dgm:cxn modelId="{8B8059E7-092B-476D-A717-5D5AF1A5845A}" type="presParOf" srcId="{43C94CAF-49C7-48FA-BF20-6BB96E35C5D3}" destId="{3B5C07A2-87F8-478D-8858-52CB7041F547}" srcOrd="1" destOrd="0" presId="urn:microsoft.com/office/officeart/2018/5/layout/IconLeafLabelList"/>
    <dgm:cxn modelId="{59B5983F-A32A-4373-84D2-A8B1BBC76105}" type="presParOf" srcId="{43C94CAF-49C7-48FA-BF20-6BB96E35C5D3}" destId="{35984B9A-2BF9-4667-A8F5-7C244C84199D}" srcOrd="2" destOrd="0" presId="urn:microsoft.com/office/officeart/2018/5/layout/IconLeafLabelList"/>
    <dgm:cxn modelId="{118CDFBC-E703-45E2-BE24-14F81AB52B5C}" type="presParOf" srcId="{35984B9A-2BF9-4667-A8F5-7C244C84199D}" destId="{0C21C35D-8600-49BF-BB2C-6F4F40065941}" srcOrd="0" destOrd="0" presId="urn:microsoft.com/office/officeart/2018/5/layout/IconLeafLabelList"/>
    <dgm:cxn modelId="{DBB846C6-DF80-4E29-BE7C-DBBC21B92546}" type="presParOf" srcId="{35984B9A-2BF9-4667-A8F5-7C244C84199D}" destId="{5014717C-F267-4B80-91C3-00818ADB73AF}" srcOrd="1" destOrd="0" presId="urn:microsoft.com/office/officeart/2018/5/layout/IconLeafLabelList"/>
    <dgm:cxn modelId="{C2EDAA5F-EDA4-45FC-BE02-F7099228FD91}" type="presParOf" srcId="{35984B9A-2BF9-4667-A8F5-7C244C84199D}" destId="{478EC704-A3C6-4DDF-961B-D86CEBC7996F}" srcOrd="2" destOrd="0" presId="urn:microsoft.com/office/officeart/2018/5/layout/IconLeafLabelList"/>
    <dgm:cxn modelId="{0BD9BE94-D1FF-4EDD-98F2-99CBCD178714}" type="presParOf" srcId="{35984B9A-2BF9-4667-A8F5-7C244C84199D}" destId="{C5CCF815-116A-42EC-B4BE-CBD0EA110F99}" srcOrd="3" destOrd="0" presId="urn:microsoft.com/office/officeart/2018/5/layout/IconLeafLabelList"/>
    <dgm:cxn modelId="{DBB23569-2FB7-41E3-8227-3D510FEE4A15}" type="presParOf" srcId="{43C94CAF-49C7-48FA-BF20-6BB96E35C5D3}" destId="{DB34200A-75D4-44FB-9536-1FA25AF6152C}" srcOrd="3" destOrd="0" presId="urn:microsoft.com/office/officeart/2018/5/layout/IconLeafLabelList"/>
    <dgm:cxn modelId="{E1C6DDE2-C4E8-45AA-A2F9-A69820223FF6}" type="presParOf" srcId="{43C94CAF-49C7-48FA-BF20-6BB96E35C5D3}" destId="{92768273-F007-4911-BAA5-18C1BE0311B3}" srcOrd="4" destOrd="0" presId="urn:microsoft.com/office/officeart/2018/5/layout/IconLeafLabelList"/>
    <dgm:cxn modelId="{CE54D717-D844-4831-BAB1-C57780D2C30C}" type="presParOf" srcId="{92768273-F007-4911-BAA5-18C1BE0311B3}" destId="{AFB69A1F-346F-4B12-AF69-B417E405C8E2}" srcOrd="0" destOrd="0" presId="urn:microsoft.com/office/officeart/2018/5/layout/IconLeafLabelList"/>
    <dgm:cxn modelId="{F71D7059-5C96-4750-AB10-7CB808318701}" type="presParOf" srcId="{92768273-F007-4911-BAA5-18C1BE0311B3}" destId="{A6029479-C1BC-4555-BEFE-4E48C3D306D0}" srcOrd="1" destOrd="0" presId="urn:microsoft.com/office/officeart/2018/5/layout/IconLeafLabelList"/>
    <dgm:cxn modelId="{B42BFC28-50B0-4A12-A474-3A747151D11F}" type="presParOf" srcId="{92768273-F007-4911-BAA5-18C1BE0311B3}" destId="{FA00535B-385D-469B-9F2A-BE9551E0C5BE}" srcOrd="2" destOrd="0" presId="urn:microsoft.com/office/officeart/2018/5/layout/IconLeafLabelList"/>
    <dgm:cxn modelId="{C61D698E-0E4C-46BA-9FFF-47515D4A54B8}" type="presParOf" srcId="{92768273-F007-4911-BAA5-18C1BE0311B3}" destId="{893472D5-56DF-4B12-82CF-FF95A2CD9BBA}" srcOrd="3" destOrd="0" presId="urn:microsoft.com/office/officeart/2018/5/layout/IconLeafLabelList"/>
    <dgm:cxn modelId="{43202FA4-DDB6-4825-AC45-F25349BABC4F}" type="presParOf" srcId="{43C94CAF-49C7-48FA-BF20-6BB96E35C5D3}" destId="{FF66EE5F-7AC1-438B-84DB-B2E090BDBAA1}" srcOrd="5" destOrd="0" presId="urn:microsoft.com/office/officeart/2018/5/layout/IconLeafLabelList"/>
    <dgm:cxn modelId="{EBD9B0AD-3568-451C-ABB9-8854BE3D9CDB}" type="presParOf" srcId="{43C94CAF-49C7-48FA-BF20-6BB96E35C5D3}" destId="{37B1D96F-F41E-4E10-B2CC-60F15E27130B}" srcOrd="6" destOrd="0" presId="urn:microsoft.com/office/officeart/2018/5/layout/IconLeafLabelList"/>
    <dgm:cxn modelId="{9041BAB7-9D66-47FA-8844-0F5B73C3E259}" type="presParOf" srcId="{37B1D96F-F41E-4E10-B2CC-60F15E27130B}" destId="{9F32289A-6FA1-4D2C-847C-2FC5268146A3}" srcOrd="0" destOrd="0" presId="urn:microsoft.com/office/officeart/2018/5/layout/IconLeafLabelList"/>
    <dgm:cxn modelId="{773F396A-8DC5-4D8E-9EE2-9493974530C0}" type="presParOf" srcId="{37B1D96F-F41E-4E10-B2CC-60F15E27130B}" destId="{908D9EB4-656C-40A0-B73E-3435A53B705A}" srcOrd="1" destOrd="0" presId="urn:microsoft.com/office/officeart/2018/5/layout/IconLeafLabelList"/>
    <dgm:cxn modelId="{8DC5714A-7EB0-4BC6-B1AB-81621C8D5D4D}" type="presParOf" srcId="{37B1D96F-F41E-4E10-B2CC-60F15E27130B}" destId="{7CED4003-60A3-44D5-BF91-0E98CCF7CC18}" srcOrd="2" destOrd="0" presId="urn:microsoft.com/office/officeart/2018/5/layout/IconLeafLabelList"/>
    <dgm:cxn modelId="{8D508E89-91A8-4983-A824-9FB606283392}" type="presParOf" srcId="{37B1D96F-F41E-4E10-B2CC-60F15E27130B}" destId="{DA033320-FBF1-48FF-B16E-7539F791661B}" srcOrd="3" destOrd="0" presId="urn:microsoft.com/office/officeart/2018/5/layout/IconLeafLabelList"/>
    <dgm:cxn modelId="{981E162D-C369-4340-909C-5D2DB6A1E894}" type="presParOf" srcId="{43C94CAF-49C7-48FA-BF20-6BB96E35C5D3}" destId="{965853FE-A1F8-48ED-9B48-FC8FB48FAB05}" srcOrd="7" destOrd="0" presId="urn:microsoft.com/office/officeart/2018/5/layout/IconLeafLabelList"/>
    <dgm:cxn modelId="{0FD1C8D5-0BB9-472C-85AD-73CDC33D7941}" type="presParOf" srcId="{43C94CAF-49C7-48FA-BF20-6BB96E35C5D3}" destId="{6310680F-0C84-4535-A409-4E674D308D7B}" srcOrd="8" destOrd="0" presId="urn:microsoft.com/office/officeart/2018/5/layout/IconLeafLabelList"/>
    <dgm:cxn modelId="{0FB78F3D-F934-41B9-8451-93F10D3CDBAA}" type="presParOf" srcId="{6310680F-0C84-4535-A409-4E674D308D7B}" destId="{81AE014B-A35D-4030-87FA-FC4614D5347D}" srcOrd="0" destOrd="0" presId="urn:microsoft.com/office/officeart/2018/5/layout/IconLeafLabelList"/>
    <dgm:cxn modelId="{0992177F-8536-43AB-88DA-1FCF59D8E7AC}" type="presParOf" srcId="{6310680F-0C84-4535-A409-4E674D308D7B}" destId="{7B896B97-A707-4DC0-A562-6A27946EFB93}" srcOrd="1" destOrd="0" presId="urn:microsoft.com/office/officeart/2018/5/layout/IconLeafLabelList"/>
    <dgm:cxn modelId="{D2776732-AFDC-4574-B8F7-90366C69611B}" type="presParOf" srcId="{6310680F-0C84-4535-A409-4E674D308D7B}" destId="{A068318E-462A-4B13-87C0-59BC42BA54AC}" srcOrd="2" destOrd="0" presId="urn:microsoft.com/office/officeart/2018/5/layout/IconLeafLabelList"/>
    <dgm:cxn modelId="{25614DF4-334C-401D-83D0-1A76F805745E}" type="presParOf" srcId="{6310680F-0C84-4535-A409-4E674D308D7B}" destId="{1D0DE754-E9D0-4048-B2B6-A70FF0AC7182}" srcOrd="3" destOrd="0" presId="urn:microsoft.com/office/officeart/2018/5/layout/IconLeafLabelList"/>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268C2AD-3F03-401E-85EF-C48B91EF5D0D}"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2672C4EF-1A85-453D-B187-5D67C9075B7B}">
      <dgm:prSet/>
      <dgm:spPr/>
      <dgm:t>
        <a:bodyPr/>
        <a:lstStyle/>
        <a:p>
          <a:r>
            <a:rPr lang="en-US"/>
            <a:t>Fixed-effects panel regression</a:t>
          </a:r>
        </a:p>
      </dgm:t>
    </dgm:pt>
    <dgm:pt modelId="{6510E71F-9A95-411F-B165-847D38503F0A}" type="parTrans" cxnId="{A5A5B392-8193-418C-94B6-DBE387F2297A}">
      <dgm:prSet/>
      <dgm:spPr/>
      <dgm:t>
        <a:bodyPr/>
        <a:lstStyle/>
        <a:p>
          <a:endParaRPr lang="en-US"/>
        </a:p>
      </dgm:t>
    </dgm:pt>
    <dgm:pt modelId="{E8F3C4B8-34CA-4299-A946-8668A58C8467}" type="sibTrans" cxnId="{A5A5B392-8193-418C-94B6-DBE387F2297A}">
      <dgm:prSet/>
      <dgm:spPr/>
      <dgm:t>
        <a:bodyPr/>
        <a:lstStyle/>
        <a:p>
          <a:endParaRPr lang="en-US"/>
        </a:p>
      </dgm:t>
    </dgm:pt>
    <dgm:pt modelId="{CB4FD719-534E-4FF3-902C-79057C2A370E}">
      <dgm:prSet/>
      <dgm:spPr/>
      <dgm:t>
        <a:bodyPr/>
        <a:lstStyle/>
        <a:p>
          <a:r>
            <a:rPr lang="en-US"/>
            <a:t>Clustered standard errors</a:t>
          </a:r>
        </a:p>
      </dgm:t>
    </dgm:pt>
    <dgm:pt modelId="{83DE5AA5-6062-45E8-8E1B-F91D422E52CD}" type="parTrans" cxnId="{4DAC603A-9844-429B-86C6-0C568DB8BF56}">
      <dgm:prSet/>
      <dgm:spPr/>
      <dgm:t>
        <a:bodyPr/>
        <a:lstStyle/>
        <a:p>
          <a:endParaRPr lang="en-US"/>
        </a:p>
      </dgm:t>
    </dgm:pt>
    <dgm:pt modelId="{134DF873-DA90-4568-BA59-67D0D2F2093E}" type="sibTrans" cxnId="{4DAC603A-9844-429B-86C6-0C568DB8BF56}">
      <dgm:prSet/>
      <dgm:spPr/>
      <dgm:t>
        <a:bodyPr/>
        <a:lstStyle/>
        <a:p>
          <a:endParaRPr lang="en-US"/>
        </a:p>
      </dgm:t>
    </dgm:pt>
    <dgm:pt modelId="{9073F0A3-D02E-4FA5-8BA3-62632EE54E98}">
      <dgm:prSet/>
      <dgm:spPr/>
      <dgm:t>
        <a:bodyPr/>
        <a:lstStyle/>
        <a:p>
          <a:r>
            <a:rPr lang="en-US"/>
            <a:t>Bootstrap resampling (1,000 samples)</a:t>
          </a:r>
        </a:p>
      </dgm:t>
    </dgm:pt>
    <dgm:pt modelId="{3AD619A8-47F1-401C-84D7-7F8BF98FF825}" type="parTrans" cxnId="{CA766854-B3C7-4461-87DF-CFEDF30AAF36}">
      <dgm:prSet/>
      <dgm:spPr/>
      <dgm:t>
        <a:bodyPr/>
        <a:lstStyle/>
        <a:p>
          <a:endParaRPr lang="en-US"/>
        </a:p>
      </dgm:t>
    </dgm:pt>
    <dgm:pt modelId="{12A8C1BC-3F99-4683-9583-89F28FEB75E8}" type="sibTrans" cxnId="{CA766854-B3C7-4461-87DF-CFEDF30AAF36}">
      <dgm:prSet/>
      <dgm:spPr/>
      <dgm:t>
        <a:bodyPr/>
        <a:lstStyle/>
        <a:p>
          <a:endParaRPr lang="en-US"/>
        </a:p>
      </dgm:t>
    </dgm:pt>
    <dgm:pt modelId="{7697B1A4-64DF-40AF-A52E-6F57C21327F4}">
      <dgm:prSet/>
      <dgm:spPr/>
      <dgm:t>
        <a:bodyPr/>
        <a:lstStyle/>
        <a:p>
          <a:r>
            <a:rPr lang="en-US"/>
            <a:t>Jackknife cross-country stability test</a:t>
          </a:r>
        </a:p>
      </dgm:t>
    </dgm:pt>
    <dgm:pt modelId="{7170BFF6-1EAB-4FAB-B41E-208524187DA5}" type="parTrans" cxnId="{97134531-88BF-4773-9957-FEDC52B1E35D}">
      <dgm:prSet/>
      <dgm:spPr/>
      <dgm:t>
        <a:bodyPr/>
        <a:lstStyle/>
        <a:p>
          <a:endParaRPr lang="en-US"/>
        </a:p>
      </dgm:t>
    </dgm:pt>
    <dgm:pt modelId="{B9FD8894-6A74-45DC-82FA-C7001764B051}" type="sibTrans" cxnId="{97134531-88BF-4773-9957-FEDC52B1E35D}">
      <dgm:prSet/>
      <dgm:spPr/>
      <dgm:t>
        <a:bodyPr/>
        <a:lstStyle/>
        <a:p>
          <a:endParaRPr lang="en-US"/>
        </a:p>
      </dgm:t>
    </dgm:pt>
    <dgm:pt modelId="{347B2057-60F8-45DC-B44F-15D0DE196A23}">
      <dgm:prSet/>
      <dgm:spPr/>
      <dgm:t>
        <a:bodyPr/>
        <a:lstStyle/>
        <a:p>
          <a:r>
            <a:rPr lang="en-US"/>
            <a:t>Distributed-lag estimation</a:t>
          </a:r>
        </a:p>
      </dgm:t>
    </dgm:pt>
    <dgm:pt modelId="{ECE770A7-F6B5-4F14-8379-2110D8A2BE03}" type="parTrans" cxnId="{B8475E39-E9DD-4FA4-908F-97E8005FB6B3}">
      <dgm:prSet/>
      <dgm:spPr/>
      <dgm:t>
        <a:bodyPr/>
        <a:lstStyle/>
        <a:p>
          <a:endParaRPr lang="en-US"/>
        </a:p>
      </dgm:t>
    </dgm:pt>
    <dgm:pt modelId="{792305A5-FD2C-4B51-83AF-4B1358DD53BD}" type="sibTrans" cxnId="{B8475E39-E9DD-4FA4-908F-97E8005FB6B3}">
      <dgm:prSet/>
      <dgm:spPr/>
      <dgm:t>
        <a:bodyPr/>
        <a:lstStyle/>
        <a:p>
          <a:endParaRPr lang="en-US"/>
        </a:p>
      </dgm:t>
    </dgm:pt>
    <dgm:pt modelId="{C020A9B5-B866-D549-90F2-C26753638E2B}" type="pres">
      <dgm:prSet presAssocID="{C268C2AD-3F03-401E-85EF-C48B91EF5D0D}" presName="outerComposite" presStyleCnt="0">
        <dgm:presLayoutVars>
          <dgm:chMax val="5"/>
          <dgm:dir/>
          <dgm:resizeHandles val="exact"/>
        </dgm:presLayoutVars>
      </dgm:prSet>
      <dgm:spPr/>
    </dgm:pt>
    <dgm:pt modelId="{1C5E9C1B-EC50-2E4C-8481-39579E9D6D35}" type="pres">
      <dgm:prSet presAssocID="{C268C2AD-3F03-401E-85EF-C48B91EF5D0D}" presName="dummyMaxCanvas" presStyleCnt="0">
        <dgm:presLayoutVars/>
      </dgm:prSet>
      <dgm:spPr/>
    </dgm:pt>
    <dgm:pt modelId="{5DE5F8F2-5732-D147-9CD9-CEE25E5352A9}" type="pres">
      <dgm:prSet presAssocID="{C268C2AD-3F03-401E-85EF-C48B91EF5D0D}" presName="FiveNodes_1" presStyleLbl="node1" presStyleIdx="0" presStyleCnt="5">
        <dgm:presLayoutVars>
          <dgm:bulletEnabled val="1"/>
        </dgm:presLayoutVars>
      </dgm:prSet>
      <dgm:spPr/>
    </dgm:pt>
    <dgm:pt modelId="{684AAB0B-28BF-5042-AC07-B87E82334B10}" type="pres">
      <dgm:prSet presAssocID="{C268C2AD-3F03-401E-85EF-C48B91EF5D0D}" presName="FiveNodes_2" presStyleLbl="node1" presStyleIdx="1" presStyleCnt="5">
        <dgm:presLayoutVars>
          <dgm:bulletEnabled val="1"/>
        </dgm:presLayoutVars>
      </dgm:prSet>
      <dgm:spPr/>
    </dgm:pt>
    <dgm:pt modelId="{AAB9B9AB-745A-2444-B883-C1246EF3A995}" type="pres">
      <dgm:prSet presAssocID="{C268C2AD-3F03-401E-85EF-C48B91EF5D0D}" presName="FiveNodes_3" presStyleLbl="node1" presStyleIdx="2" presStyleCnt="5">
        <dgm:presLayoutVars>
          <dgm:bulletEnabled val="1"/>
        </dgm:presLayoutVars>
      </dgm:prSet>
      <dgm:spPr/>
    </dgm:pt>
    <dgm:pt modelId="{8B9C8131-6E9C-E045-8471-CA621FFF9919}" type="pres">
      <dgm:prSet presAssocID="{C268C2AD-3F03-401E-85EF-C48B91EF5D0D}" presName="FiveNodes_4" presStyleLbl="node1" presStyleIdx="3" presStyleCnt="5">
        <dgm:presLayoutVars>
          <dgm:bulletEnabled val="1"/>
        </dgm:presLayoutVars>
      </dgm:prSet>
      <dgm:spPr/>
    </dgm:pt>
    <dgm:pt modelId="{8A618F07-5E42-454D-9C48-4092FF364174}" type="pres">
      <dgm:prSet presAssocID="{C268C2AD-3F03-401E-85EF-C48B91EF5D0D}" presName="FiveNodes_5" presStyleLbl="node1" presStyleIdx="4" presStyleCnt="5">
        <dgm:presLayoutVars>
          <dgm:bulletEnabled val="1"/>
        </dgm:presLayoutVars>
      </dgm:prSet>
      <dgm:spPr/>
    </dgm:pt>
    <dgm:pt modelId="{AB8C3EA3-7BC1-3F4A-AD84-5334D7C08BD5}" type="pres">
      <dgm:prSet presAssocID="{C268C2AD-3F03-401E-85EF-C48B91EF5D0D}" presName="FiveConn_1-2" presStyleLbl="fgAccFollowNode1" presStyleIdx="0" presStyleCnt="4">
        <dgm:presLayoutVars>
          <dgm:bulletEnabled val="1"/>
        </dgm:presLayoutVars>
      </dgm:prSet>
      <dgm:spPr/>
    </dgm:pt>
    <dgm:pt modelId="{8B535581-FB5E-7147-B3DC-A14F132B31E5}" type="pres">
      <dgm:prSet presAssocID="{C268C2AD-3F03-401E-85EF-C48B91EF5D0D}" presName="FiveConn_2-3" presStyleLbl="fgAccFollowNode1" presStyleIdx="1" presStyleCnt="4">
        <dgm:presLayoutVars>
          <dgm:bulletEnabled val="1"/>
        </dgm:presLayoutVars>
      </dgm:prSet>
      <dgm:spPr/>
    </dgm:pt>
    <dgm:pt modelId="{76E322C3-C29B-5745-9D63-13D5A45DD9AF}" type="pres">
      <dgm:prSet presAssocID="{C268C2AD-3F03-401E-85EF-C48B91EF5D0D}" presName="FiveConn_3-4" presStyleLbl="fgAccFollowNode1" presStyleIdx="2" presStyleCnt="4">
        <dgm:presLayoutVars>
          <dgm:bulletEnabled val="1"/>
        </dgm:presLayoutVars>
      </dgm:prSet>
      <dgm:spPr/>
    </dgm:pt>
    <dgm:pt modelId="{273B330D-2868-AA42-B6D0-7D2FC6CA0758}" type="pres">
      <dgm:prSet presAssocID="{C268C2AD-3F03-401E-85EF-C48B91EF5D0D}" presName="FiveConn_4-5" presStyleLbl="fgAccFollowNode1" presStyleIdx="3" presStyleCnt="4">
        <dgm:presLayoutVars>
          <dgm:bulletEnabled val="1"/>
        </dgm:presLayoutVars>
      </dgm:prSet>
      <dgm:spPr/>
    </dgm:pt>
    <dgm:pt modelId="{6A3BA269-2143-8640-8D1E-B13C50532CAC}" type="pres">
      <dgm:prSet presAssocID="{C268C2AD-3F03-401E-85EF-C48B91EF5D0D}" presName="FiveNodes_1_text" presStyleLbl="node1" presStyleIdx="4" presStyleCnt="5">
        <dgm:presLayoutVars>
          <dgm:bulletEnabled val="1"/>
        </dgm:presLayoutVars>
      </dgm:prSet>
      <dgm:spPr/>
    </dgm:pt>
    <dgm:pt modelId="{3D91B1C0-A3CE-F240-8DE7-2663C0C1D5CD}" type="pres">
      <dgm:prSet presAssocID="{C268C2AD-3F03-401E-85EF-C48B91EF5D0D}" presName="FiveNodes_2_text" presStyleLbl="node1" presStyleIdx="4" presStyleCnt="5">
        <dgm:presLayoutVars>
          <dgm:bulletEnabled val="1"/>
        </dgm:presLayoutVars>
      </dgm:prSet>
      <dgm:spPr/>
    </dgm:pt>
    <dgm:pt modelId="{860F3CCC-61BF-FB49-8F94-631F2F8EC0E6}" type="pres">
      <dgm:prSet presAssocID="{C268C2AD-3F03-401E-85EF-C48B91EF5D0D}" presName="FiveNodes_3_text" presStyleLbl="node1" presStyleIdx="4" presStyleCnt="5">
        <dgm:presLayoutVars>
          <dgm:bulletEnabled val="1"/>
        </dgm:presLayoutVars>
      </dgm:prSet>
      <dgm:spPr/>
    </dgm:pt>
    <dgm:pt modelId="{72B20ACE-7A8A-8F48-8899-26BF2C5FEB8B}" type="pres">
      <dgm:prSet presAssocID="{C268C2AD-3F03-401E-85EF-C48B91EF5D0D}" presName="FiveNodes_4_text" presStyleLbl="node1" presStyleIdx="4" presStyleCnt="5">
        <dgm:presLayoutVars>
          <dgm:bulletEnabled val="1"/>
        </dgm:presLayoutVars>
      </dgm:prSet>
      <dgm:spPr/>
    </dgm:pt>
    <dgm:pt modelId="{EBCDFD4E-D253-9749-8CFF-86747C00E859}" type="pres">
      <dgm:prSet presAssocID="{C268C2AD-3F03-401E-85EF-C48B91EF5D0D}" presName="FiveNodes_5_text" presStyleLbl="node1" presStyleIdx="4" presStyleCnt="5">
        <dgm:presLayoutVars>
          <dgm:bulletEnabled val="1"/>
        </dgm:presLayoutVars>
      </dgm:prSet>
      <dgm:spPr/>
    </dgm:pt>
  </dgm:ptLst>
  <dgm:cxnLst>
    <dgm:cxn modelId="{49FB8716-999E-CE4E-91E8-269C187C3B9F}" type="presOf" srcId="{CB4FD719-534E-4FF3-902C-79057C2A370E}" destId="{684AAB0B-28BF-5042-AC07-B87E82334B10}" srcOrd="0" destOrd="0" presId="urn:microsoft.com/office/officeart/2005/8/layout/vProcess5"/>
    <dgm:cxn modelId="{88DA4218-A88C-C74D-A564-7E637DF2F611}" type="presOf" srcId="{CB4FD719-534E-4FF3-902C-79057C2A370E}" destId="{3D91B1C0-A3CE-F240-8DE7-2663C0C1D5CD}" srcOrd="1" destOrd="0" presId="urn:microsoft.com/office/officeart/2005/8/layout/vProcess5"/>
    <dgm:cxn modelId="{C7BC171D-47D8-A14B-9F1C-1AC0B7243990}" type="presOf" srcId="{C268C2AD-3F03-401E-85EF-C48B91EF5D0D}" destId="{C020A9B5-B866-D549-90F2-C26753638E2B}" srcOrd="0" destOrd="0" presId="urn:microsoft.com/office/officeart/2005/8/layout/vProcess5"/>
    <dgm:cxn modelId="{0358692D-0FCC-1D41-9D76-E5DFB4CC53DC}" type="presOf" srcId="{9073F0A3-D02E-4FA5-8BA3-62632EE54E98}" destId="{AAB9B9AB-745A-2444-B883-C1246EF3A995}" srcOrd="0" destOrd="0" presId="urn:microsoft.com/office/officeart/2005/8/layout/vProcess5"/>
    <dgm:cxn modelId="{97134531-88BF-4773-9957-FEDC52B1E35D}" srcId="{C268C2AD-3F03-401E-85EF-C48B91EF5D0D}" destId="{7697B1A4-64DF-40AF-A52E-6F57C21327F4}" srcOrd="3" destOrd="0" parTransId="{7170BFF6-1EAB-4FAB-B41E-208524187DA5}" sibTransId="{B9FD8894-6A74-45DC-82FA-C7001764B051}"/>
    <dgm:cxn modelId="{179F5438-40B6-DA4C-B8DE-2F518FD9801C}" type="presOf" srcId="{12A8C1BC-3F99-4683-9583-89F28FEB75E8}" destId="{76E322C3-C29B-5745-9D63-13D5A45DD9AF}" srcOrd="0" destOrd="0" presId="urn:microsoft.com/office/officeart/2005/8/layout/vProcess5"/>
    <dgm:cxn modelId="{B8475E39-E9DD-4FA4-908F-97E8005FB6B3}" srcId="{C268C2AD-3F03-401E-85EF-C48B91EF5D0D}" destId="{347B2057-60F8-45DC-B44F-15D0DE196A23}" srcOrd="4" destOrd="0" parTransId="{ECE770A7-F6B5-4F14-8379-2110D8A2BE03}" sibTransId="{792305A5-FD2C-4B51-83AF-4B1358DD53BD}"/>
    <dgm:cxn modelId="{4DAC603A-9844-429B-86C6-0C568DB8BF56}" srcId="{C268C2AD-3F03-401E-85EF-C48B91EF5D0D}" destId="{CB4FD719-534E-4FF3-902C-79057C2A370E}" srcOrd="1" destOrd="0" parTransId="{83DE5AA5-6062-45E8-8E1B-F91D422E52CD}" sibTransId="{134DF873-DA90-4568-BA59-67D0D2F2093E}"/>
    <dgm:cxn modelId="{08282142-0214-1C40-9B46-E0DA8B73C28E}" type="presOf" srcId="{7697B1A4-64DF-40AF-A52E-6F57C21327F4}" destId="{72B20ACE-7A8A-8F48-8899-26BF2C5FEB8B}" srcOrd="1" destOrd="0" presId="urn:microsoft.com/office/officeart/2005/8/layout/vProcess5"/>
    <dgm:cxn modelId="{DAA58E53-DA87-FA4E-BF79-F59694A23DB0}" type="presOf" srcId="{2672C4EF-1A85-453D-B187-5D67C9075B7B}" destId="{5DE5F8F2-5732-D147-9CD9-CEE25E5352A9}" srcOrd="0" destOrd="0" presId="urn:microsoft.com/office/officeart/2005/8/layout/vProcess5"/>
    <dgm:cxn modelId="{CA766854-B3C7-4461-87DF-CFEDF30AAF36}" srcId="{C268C2AD-3F03-401E-85EF-C48B91EF5D0D}" destId="{9073F0A3-D02E-4FA5-8BA3-62632EE54E98}" srcOrd="2" destOrd="0" parTransId="{3AD619A8-47F1-401C-84D7-7F8BF98FF825}" sibTransId="{12A8C1BC-3F99-4683-9583-89F28FEB75E8}"/>
    <dgm:cxn modelId="{825E7F58-7090-4940-9ABA-CD7B13B1F1F1}" type="presOf" srcId="{9073F0A3-D02E-4FA5-8BA3-62632EE54E98}" destId="{860F3CCC-61BF-FB49-8F94-631F2F8EC0E6}" srcOrd="1" destOrd="0" presId="urn:microsoft.com/office/officeart/2005/8/layout/vProcess5"/>
    <dgm:cxn modelId="{3D9A7575-E9EE-6E40-8D48-96645FF13ED4}" type="presOf" srcId="{134DF873-DA90-4568-BA59-67D0D2F2093E}" destId="{8B535581-FB5E-7147-B3DC-A14F132B31E5}" srcOrd="0" destOrd="0" presId="urn:microsoft.com/office/officeart/2005/8/layout/vProcess5"/>
    <dgm:cxn modelId="{8878E075-CF61-5F4B-B3E6-E72F83DBDC78}" type="presOf" srcId="{B9FD8894-6A74-45DC-82FA-C7001764B051}" destId="{273B330D-2868-AA42-B6D0-7D2FC6CA0758}" srcOrd="0" destOrd="0" presId="urn:microsoft.com/office/officeart/2005/8/layout/vProcess5"/>
    <dgm:cxn modelId="{561EC47A-9F50-B64C-8BBC-171D83C7F283}" type="presOf" srcId="{7697B1A4-64DF-40AF-A52E-6F57C21327F4}" destId="{8B9C8131-6E9C-E045-8471-CA621FFF9919}" srcOrd="0" destOrd="0" presId="urn:microsoft.com/office/officeart/2005/8/layout/vProcess5"/>
    <dgm:cxn modelId="{B4385381-EBB5-744F-87C6-B30865A25F5D}" type="presOf" srcId="{347B2057-60F8-45DC-B44F-15D0DE196A23}" destId="{8A618F07-5E42-454D-9C48-4092FF364174}" srcOrd="0" destOrd="0" presId="urn:microsoft.com/office/officeart/2005/8/layout/vProcess5"/>
    <dgm:cxn modelId="{A5A5B392-8193-418C-94B6-DBE387F2297A}" srcId="{C268C2AD-3F03-401E-85EF-C48B91EF5D0D}" destId="{2672C4EF-1A85-453D-B187-5D67C9075B7B}" srcOrd="0" destOrd="0" parTransId="{6510E71F-9A95-411F-B165-847D38503F0A}" sibTransId="{E8F3C4B8-34CA-4299-A946-8668A58C8467}"/>
    <dgm:cxn modelId="{32C12CAB-BC24-494F-AE1C-A74E668F9F37}" type="presOf" srcId="{E8F3C4B8-34CA-4299-A946-8668A58C8467}" destId="{AB8C3EA3-7BC1-3F4A-AD84-5334D7C08BD5}" srcOrd="0" destOrd="0" presId="urn:microsoft.com/office/officeart/2005/8/layout/vProcess5"/>
    <dgm:cxn modelId="{DB2CBEB1-2D50-8B44-90FD-700D767AC64F}" type="presOf" srcId="{347B2057-60F8-45DC-B44F-15D0DE196A23}" destId="{EBCDFD4E-D253-9749-8CFF-86747C00E859}" srcOrd="1" destOrd="0" presId="urn:microsoft.com/office/officeart/2005/8/layout/vProcess5"/>
    <dgm:cxn modelId="{9C7714E9-8290-1F4C-B05A-0C56414903CE}" type="presOf" srcId="{2672C4EF-1A85-453D-B187-5D67C9075B7B}" destId="{6A3BA269-2143-8640-8D1E-B13C50532CAC}" srcOrd="1" destOrd="0" presId="urn:microsoft.com/office/officeart/2005/8/layout/vProcess5"/>
    <dgm:cxn modelId="{B98C9CCD-437A-BC40-8867-ABFF9B7AA447}" type="presParOf" srcId="{C020A9B5-B866-D549-90F2-C26753638E2B}" destId="{1C5E9C1B-EC50-2E4C-8481-39579E9D6D35}" srcOrd="0" destOrd="0" presId="urn:microsoft.com/office/officeart/2005/8/layout/vProcess5"/>
    <dgm:cxn modelId="{32808D12-296E-C140-9BDF-26492CB547DC}" type="presParOf" srcId="{C020A9B5-B866-D549-90F2-C26753638E2B}" destId="{5DE5F8F2-5732-D147-9CD9-CEE25E5352A9}" srcOrd="1" destOrd="0" presId="urn:microsoft.com/office/officeart/2005/8/layout/vProcess5"/>
    <dgm:cxn modelId="{F8A7DD1F-A541-8340-A046-B8587F29E022}" type="presParOf" srcId="{C020A9B5-B866-D549-90F2-C26753638E2B}" destId="{684AAB0B-28BF-5042-AC07-B87E82334B10}" srcOrd="2" destOrd="0" presId="urn:microsoft.com/office/officeart/2005/8/layout/vProcess5"/>
    <dgm:cxn modelId="{DFE6E8B9-19BA-FC4B-B5EB-AF888215FBD1}" type="presParOf" srcId="{C020A9B5-B866-D549-90F2-C26753638E2B}" destId="{AAB9B9AB-745A-2444-B883-C1246EF3A995}" srcOrd="3" destOrd="0" presId="urn:microsoft.com/office/officeart/2005/8/layout/vProcess5"/>
    <dgm:cxn modelId="{6FE91819-6E33-224C-B204-7085C3DB359C}" type="presParOf" srcId="{C020A9B5-B866-D549-90F2-C26753638E2B}" destId="{8B9C8131-6E9C-E045-8471-CA621FFF9919}" srcOrd="4" destOrd="0" presId="urn:microsoft.com/office/officeart/2005/8/layout/vProcess5"/>
    <dgm:cxn modelId="{6AFEE9CC-11EE-F44A-9C03-961D57F447E2}" type="presParOf" srcId="{C020A9B5-B866-D549-90F2-C26753638E2B}" destId="{8A618F07-5E42-454D-9C48-4092FF364174}" srcOrd="5" destOrd="0" presId="urn:microsoft.com/office/officeart/2005/8/layout/vProcess5"/>
    <dgm:cxn modelId="{414442E5-114D-E041-9AD0-516F5CDD88BA}" type="presParOf" srcId="{C020A9B5-B866-D549-90F2-C26753638E2B}" destId="{AB8C3EA3-7BC1-3F4A-AD84-5334D7C08BD5}" srcOrd="6" destOrd="0" presId="urn:microsoft.com/office/officeart/2005/8/layout/vProcess5"/>
    <dgm:cxn modelId="{C8CC833C-C850-724D-9FB6-F043C1200900}" type="presParOf" srcId="{C020A9B5-B866-D549-90F2-C26753638E2B}" destId="{8B535581-FB5E-7147-B3DC-A14F132B31E5}" srcOrd="7" destOrd="0" presId="urn:microsoft.com/office/officeart/2005/8/layout/vProcess5"/>
    <dgm:cxn modelId="{6E44D46E-54C6-0E47-9147-C092C1322FD8}" type="presParOf" srcId="{C020A9B5-B866-D549-90F2-C26753638E2B}" destId="{76E322C3-C29B-5745-9D63-13D5A45DD9AF}" srcOrd="8" destOrd="0" presId="urn:microsoft.com/office/officeart/2005/8/layout/vProcess5"/>
    <dgm:cxn modelId="{B36F01F8-3D3E-FE4D-B723-3BC9A188CA91}" type="presParOf" srcId="{C020A9B5-B866-D549-90F2-C26753638E2B}" destId="{273B330D-2868-AA42-B6D0-7D2FC6CA0758}" srcOrd="9" destOrd="0" presId="urn:microsoft.com/office/officeart/2005/8/layout/vProcess5"/>
    <dgm:cxn modelId="{E89BE3BD-6BDE-4145-85AA-989EB233765F}" type="presParOf" srcId="{C020A9B5-B866-D549-90F2-C26753638E2B}" destId="{6A3BA269-2143-8640-8D1E-B13C50532CAC}" srcOrd="10" destOrd="0" presId="urn:microsoft.com/office/officeart/2005/8/layout/vProcess5"/>
    <dgm:cxn modelId="{71F2FB71-78E8-A449-91DE-5B18721C1DFC}" type="presParOf" srcId="{C020A9B5-B866-D549-90F2-C26753638E2B}" destId="{3D91B1C0-A3CE-F240-8DE7-2663C0C1D5CD}" srcOrd="11" destOrd="0" presId="urn:microsoft.com/office/officeart/2005/8/layout/vProcess5"/>
    <dgm:cxn modelId="{A8873722-DFB0-434D-A072-E6014D612568}" type="presParOf" srcId="{C020A9B5-B866-D549-90F2-C26753638E2B}" destId="{860F3CCC-61BF-FB49-8F94-631F2F8EC0E6}" srcOrd="12" destOrd="0" presId="urn:microsoft.com/office/officeart/2005/8/layout/vProcess5"/>
    <dgm:cxn modelId="{F87E2E8D-7217-8349-82D9-DE987149FE9C}" type="presParOf" srcId="{C020A9B5-B866-D549-90F2-C26753638E2B}" destId="{72B20ACE-7A8A-8F48-8899-26BF2C5FEB8B}" srcOrd="13" destOrd="0" presId="urn:microsoft.com/office/officeart/2005/8/layout/vProcess5"/>
    <dgm:cxn modelId="{C3C6307D-986C-0140-8AFF-CC90EFE226F8}" type="presParOf" srcId="{C020A9B5-B866-D549-90F2-C26753638E2B}" destId="{EBCDFD4E-D253-9749-8CFF-86747C00E859}" srcOrd="14" destOrd="0" presId="urn:microsoft.com/office/officeart/2005/8/layout/vProcess5"/>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5E2363A-8A44-4895-BB76-C792BD9FC129}" type="doc">
      <dgm:prSet loTypeId="urn:microsoft.com/office/officeart/2005/8/layout/hierarchy3" loCatId="hierarchy" qsTypeId="urn:microsoft.com/office/officeart/2005/8/quickstyle/simple1" qsCatId="simple" csTypeId="urn:microsoft.com/office/officeart/2005/8/colors/accent1_2" csCatId="accent1"/>
      <dgm:spPr/>
      <dgm:t>
        <a:bodyPr/>
        <a:lstStyle/>
        <a:p>
          <a:endParaRPr lang="en-US"/>
        </a:p>
      </dgm:t>
    </dgm:pt>
    <dgm:pt modelId="{127FE331-7A6E-49F3-9323-E9F0AF29A3AD}">
      <dgm:prSet/>
      <dgm:spPr/>
      <dgm:t>
        <a:bodyPr/>
        <a:lstStyle/>
        <a:p>
          <a:r>
            <a:rPr lang="en-US"/>
            <a:t>Negative coefficient on lagged testing</a:t>
          </a:r>
        </a:p>
      </dgm:t>
    </dgm:pt>
    <dgm:pt modelId="{231E3D5E-2101-4AED-864B-5B2753BA3687}" type="parTrans" cxnId="{F11783E9-C672-4F59-BE3B-11F959F0B608}">
      <dgm:prSet/>
      <dgm:spPr/>
      <dgm:t>
        <a:bodyPr/>
        <a:lstStyle/>
        <a:p>
          <a:endParaRPr lang="en-US"/>
        </a:p>
      </dgm:t>
    </dgm:pt>
    <dgm:pt modelId="{C911B18A-9258-475E-9123-53DBD7B90618}" type="sibTrans" cxnId="{F11783E9-C672-4F59-BE3B-11F959F0B608}">
      <dgm:prSet/>
      <dgm:spPr/>
      <dgm:t>
        <a:bodyPr/>
        <a:lstStyle/>
        <a:p>
          <a:endParaRPr lang="en-US"/>
        </a:p>
      </dgm:t>
    </dgm:pt>
    <dgm:pt modelId="{70DCE1B2-F80E-4D32-B5BD-915849F3E5D4}">
      <dgm:prSet/>
      <dgm:spPr/>
      <dgm:t>
        <a:bodyPr/>
        <a:lstStyle/>
        <a:p>
          <a:r>
            <a:rPr lang="en-US"/>
            <a:t>Consistent across models</a:t>
          </a:r>
        </a:p>
      </dgm:t>
    </dgm:pt>
    <dgm:pt modelId="{E3B86652-462F-47BD-9684-475BF61C0D40}" type="parTrans" cxnId="{AA642D34-244A-4795-9EE7-B9A660CD5C69}">
      <dgm:prSet/>
      <dgm:spPr/>
      <dgm:t>
        <a:bodyPr/>
        <a:lstStyle/>
        <a:p>
          <a:endParaRPr lang="en-US"/>
        </a:p>
      </dgm:t>
    </dgm:pt>
    <dgm:pt modelId="{562EC841-759A-44A6-8169-76103C163566}" type="sibTrans" cxnId="{AA642D34-244A-4795-9EE7-B9A660CD5C69}">
      <dgm:prSet/>
      <dgm:spPr/>
      <dgm:t>
        <a:bodyPr/>
        <a:lstStyle/>
        <a:p>
          <a:endParaRPr lang="en-US"/>
        </a:p>
      </dgm:t>
    </dgm:pt>
    <dgm:pt modelId="{3B6BA73A-3C92-4D49-B46D-7F264166E258}">
      <dgm:prSet/>
      <dgm:spPr/>
      <dgm:t>
        <a:bodyPr/>
        <a:lstStyle/>
        <a:p>
          <a:r>
            <a:rPr lang="en-US"/>
            <a:t>Effects appear after ~7 days</a:t>
          </a:r>
        </a:p>
      </dgm:t>
    </dgm:pt>
    <dgm:pt modelId="{0DC20FFF-A7D0-4518-957A-FB232BB4C5BA}" type="parTrans" cxnId="{3C24A96E-3D09-40D0-AC5C-AA151A378593}">
      <dgm:prSet/>
      <dgm:spPr/>
      <dgm:t>
        <a:bodyPr/>
        <a:lstStyle/>
        <a:p>
          <a:endParaRPr lang="en-US"/>
        </a:p>
      </dgm:t>
    </dgm:pt>
    <dgm:pt modelId="{0031540E-2117-40AE-A31E-08B7BC80A6AC}" type="sibTrans" cxnId="{3C24A96E-3D09-40D0-AC5C-AA151A378593}">
      <dgm:prSet/>
      <dgm:spPr/>
      <dgm:t>
        <a:bodyPr/>
        <a:lstStyle/>
        <a:p>
          <a:endParaRPr lang="en-US"/>
        </a:p>
      </dgm:t>
    </dgm:pt>
    <dgm:pt modelId="{C32B1E6A-A806-E94B-99C9-88A4199F32C4}" type="pres">
      <dgm:prSet presAssocID="{C5E2363A-8A44-4895-BB76-C792BD9FC129}" presName="diagram" presStyleCnt="0">
        <dgm:presLayoutVars>
          <dgm:chPref val="1"/>
          <dgm:dir/>
          <dgm:animOne val="branch"/>
          <dgm:animLvl val="lvl"/>
          <dgm:resizeHandles/>
        </dgm:presLayoutVars>
      </dgm:prSet>
      <dgm:spPr/>
    </dgm:pt>
    <dgm:pt modelId="{59D8E970-73FB-FD4B-9999-9AD300FB3412}" type="pres">
      <dgm:prSet presAssocID="{127FE331-7A6E-49F3-9323-E9F0AF29A3AD}" presName="root" presStyleCnt="0"/>
      <dgm:spPr/>
    </dgm:pt>
    <dgm:pt modelId="{9C8970DB-8863-C543-A772-E6E801F68962}" type="pres">
      <dgm:prSet presAssocID="{127FE331-7A6E-49F3-9323-E9F0AF29A3AD}" presName="rootComposite" presStyleCnt="0"/>
      <dgm:spPr/>
    </dgm:pt>
    <dgm:pt modelId="{948FC76C-DC59-0C4E-86F8-DE20315B3E22}" type="pres">
      <dgm:prSet presAssocID="{127FE331-7A6E-49F3-9323-E9F0AF29A3AD}" presName="rootText" presStyleLbl="node1" presStyleIdx="0" presStyleCnt="3"/>
      <dgm:spPr/>
    </dgm:pt>
    <dgm:pt modelId="{0FB52FC6-DA38-2046-B9C1-5F06ED2D8C36}" type="pres">
      <dgm:prSet presAssocID="{127FE331-7A6E-49F3-9323-E9F0AF29A3AD}" presName="rootConnector" presStyleLbl="node1" presStyleIdx="0" presStyleCnt="3"/>
      <dgm:spPr/>
    </dgm:pt>
    <dgm:pt modelId="{1F9C49F3-8FB0-8940-A0E5-358462990DB4}" type="pres">
      <dgm:prSet presAssocID="{127FE331-7A6E-49F3-9323-E9F0AF29A3AD}" presName="childShape" presStyleCnt="0"/>
      <dgm:spPr/>
    </dgm:pt>
    <dgm:pt modelId="{014010F9-5902-BB4D-908C-061B9A10AD8F}" type="pres">
      <dgm:prSet presAssocID="{70DCE1B2-F80E-4D32-B5BD-915849F3E5D4}" presName="root" presStyleCnt="0"/>
      <dgm:spPr/>
    </dgm:pt>
    <dgm:pt modelId="{B79D9590-6EDA-BA4F-A691-BF862C4795DA}" type="pres">
      <dgm:prSet presAssocID="{70DCE1B2-F80E-4D32-B5BD-915849F3E5D4}" presName="rootComposite" presStyleCnt="0"/>
      <dgm:spPr/>
    </dgm:pt>
    <dgm:pt modelId="{E00BB986-49F9-8346-81B6-486828F02C99}" type="pres">
      <dgm:prSet presAssocID="{70DCE1B2-F80E-4D32-B5BD-915849F3E5D4}" presName="rootText" presStyleLbl="node1" presStyleIdx="1" presStyleCnt="3"/>
      <dgm:spPr/>
    </dgm:pt>
    <dgm:pt modelId="{1E144E7D-D436-944B-8BCE-2DBA0F2CA742}" type="pres">
      <dgm:prSet presAssocID="{70DCE1B2-F80E-4D32-B5BD-915849F3E5D4}" presName="rootConnector" presStyleLbl="node1" presStyleIdx="1" presStyleCnt="3"/>
      <dgm:spPr/>
    </dgm:pt>
    <dgm:pt modelId="{05B74C19-E678-EE4E-AA00-396067118F58}" type="pres">
      <dgm:prSet presAssocID="{70DCE1B2-F80E-4D32-B5BD-915849F3E5D4}" presName="childShape" presStyleCnt="0"/>
      <dgm:spPr/>
    </dgm:pt>
    <dgm:pt modelId="{FCAB2ACB-B087-9D49-A8F0-A7C2A06C2D7F}" type="pres">
      <dgm:prSet presAssocID="{3B6BA73A-3C92-4D49-B46D-7F264166E258}" presName="root" presStyleCnt="0"/>
      <dgm:spPr/>
    </dgm:pt>
    <dgm:pt modelId="{558985F2-37EA-F541-890A-291A57D15A6A}" type="pres">
      <dgm:prSet presAssocID="{3B6BA73A-3C92-4D49-B46D-7F264166E258}" presName="rootComposite" presStyleCnt="0"/>
      <dgm:spPr/>
    </dgm:pt>
    <dgm:pt modelId="{91223833-8E50-3545-B0D2-936C28A0FBBF}" type="pres">
      <dgm:prSet presAssocID="{3B6BA73A-3C92-4D49-B46D-7F264166E258}" presName="rootText" presStyleLbl="node1" presStyleIdx="2" presStyleCnt="3"/>
      <dgm:spPr/>
    </dgm:pt>
    <dgm:pt modelId="{A2192A71-D16E-8A4F-B8B2-BC4E7F48C4E2}" type="pres">
      <dgm:prSet presAssocID="{3B6BA73A-3C92-4D49-B46D-7F264166E258}" presName="rootConnector" presStyleLbl="node1" presStyleIdx="2" presStyleCnt="3"/>
      <dgm:spPr/>
    </dgm:pt>
    <dgm:pt modelId="{DF30AE8A-9088-1D43-812A-BDB54EF929A1}" type="pres">
      <dgm:prSet presAssocID="{3B6BA73A-3C92-4D49-B46D-7F264166E258}" presName="childShape" presStyleCnt="0"/>
      <dgm:spPr/>
    </dgm:pt>
  </dgm:ptLst>
  <dgm:cxnLst>
    <dgm:cxn modelId="{CBEE6330-4F4E-1C46-AF86-EE461BE564C6}" type="presOf" srcId="{C5E2363A-8A44-4895-BB76-C792BD9FC129}" destId="{C32B1E6A-A806-E94B-99C9-88A4199F32C4}" srcOrd="0" destOrd="0" presId="urn:microsoft.com/office/officeart/2005/8/layout/hierarchy3"/>
    <dgm:cxn modelId="{AA642D34-244A-4795-9EE7-B9A660CD5C69}" srcId="{C5E2363A-8A44-4895-BB76-C792BD9FC129}" destId="{70DCE1B2-F80E-4D32-B5BD-915849F3E5D4}" srcOrd="1" destOrd="0" parTransId="{E3B86652-462F-47BD-9684-475BF61C0D40}" sibTransId="{562EC841-759A-44A6-8169-76103C163566}"/>
    <dgm:cxn modelId="{3C24A96E-3D09-40D0-AC5C-AA151A378593}" srcId="{C5E2363A-8A44-4895-BB76-C792BD9FC129}" destId="{3B6BA73A-3C92-4D49-B46D-7F264166E258}" srcOrd="2" destOrd="0" parTransId="{0DC20FFF-A7D0-4518-957A-FB232BB4C5BA}" sibTransId="{0031540E-2117-40AE-A31E-08B7BC80A6AC}"/>
    <dgm:cxn modelId="{85613B7B-1CEE-6E49-9244-ECA679BD1BC1}" type="presOf" srcId="{3B6BA73A-3C92-4D49-B46D-7F264166E258}" destId="{A2192A71-D16E-8A4F-B8B2-BC4E7F48C4E2}" srcOrd="1" destOrd="0" presId="urn:microsoft.com/office/officeart/2005/8/layout/hierarchy3"/>
    <dgm:cxn modelId="{56DE5CBC-36C2-1749-BEDF-DAF940D836CD}" type="presOf" srcId="{127FE331-7A6E-49F3-9323-E9F0AF29A3AD}" destId="{948FC76C-DC59-0C4E-86F8-DE20315B3E22}" srcOrd="0" destOrd="0" presId="urn:microsoft.com/office/officeart/2005/8/layout/hierarchy3"/>
    <dgm:cxn modelId="{4E9941C8-7DE0-4741-BB80-35E304D1A521}" type="presOf" srcId="{3B6BA73A-3C92-4D49-B46D-7F264166E258}" destId="{91223833-8E50-3545-B0D2-936C28A0FBBF}" srcOrd="0" destOrd="0" presId="urn:microsoft.com/office/officeart/2005/8/layout/hierarchy3"/>
    <dgm:cxn modelId="{31D4C2CF-1925-044F-B3A0-C8B5E155D569}" type="presOf" srcId="{70DCE1B2-F80E-4D32-B5BD-915849F3E5D4}" destId="{1E144E7D-D436-944B-8BCE-2DBA0F2CA742}" srcOrd="1" destOrd="0" presId="urn:microsoft.com/office/officeart/2005/8/layout/hierarchy3"/>
    <dgm:cxn modelId="{95A1A2E2-903E-104C-BF5A-D39828B0BBD6}" type="presOf" srcId="{70DCE1B2-F80E-4D32-B5BD-915849F3E5D4}" destId="{E00BB986-49F9-8346-81B6-486828F02C99}" srcOrd="0" destOrd="0" presId="urn:microsoft.com/office/officeart/2005/8/layout/hierarchy3"/>
    <dgm:cxn modelId="{F11783E9-C672-4F59-BE3B-11F959F0B608}" srcId="{C5E2363A-8A44-4895-BB76-C792BD9FC129}" destId="{127FE331-7A6E-49F3-9323-E9F0AF29A3AD}" srcOrd="0" destOrd="0" parTransId="{231E3D5E-2101-4AED-864B-5B2753BA3687}" sibTransId="{C911B18A-9258-475E-9123-53DBD7B90618}"/>
    <dgm:cxn modelId="{B8E40BEE-08B3-3444-A515-524E3A9654BA}" type="presOf" srcId="{127FE331-7A6E-49F3-9323-E9F0AF29A3AD}" destId="{0FB52FC6-DA38-2046-B9C1-5F06ED2D8C36}" srcOrd="1" destOrd="0" presId="urn:microsoft.com/office/officeart/2005/8/layout/hierarchy3"/>
    <dgm:cxn modelId="{0EECD190-5494-454B-B3F4-FF513A7F82D6}" type="presParOf" srcId="{C32B1E6A-A806-E94B-99C9-88A4199F32C4}" destId="{59D8E970-73FB-FD4B-9999-9AD300FB3412}" srcOrd="0" destOrd="0" presId="urn:microsoft.com/office/officeart/2005/8/layout/hierarchy3"/>
    <dgm:cxn modelId="{27D94BB0-0745-5245-A9B4-6E1A4854CF98}" type="presParOf" srcId="{59D8E970-73FB-FD4B-9999-9AD300FB3412}" destId="{9C8970DB-8863-C543-A772-E6E801F68962}" srcOrd="0" destOrd="0" presId="urn:microsoft.com/office/officeart/2005/8/layout/hierarchy3"/>
    <dgm:cxn modelId="{65325E68-8376-824F-8EA1-17C7555FB620}" type="presParOf" srcId="{9C8970DB-8863-C543-A772-E6E801F68962}" destId="{948FC76C-DC59-0C4E-86F8-DE20315B3E22}" srcOrd="0" destOrd="0" presId="urn:microsoft.com/office/officeart/2005/8/layout/hierarchy3"/>
    <dgm:cxn modelId="{F3EA89A5-6DC4-6F43-8476-2F90C9D35442}" type="presParOf" srcId="{9C8970DB-8863-C543-A772-E6E801F68962}" destId="{0FB52FC6-DA38-2046-B9C1-5F06ED2D8C36}" srcOrd="1" destOrd="0" presId="urn:microsoft.com/office/officeart/2005/8/layout/hierarchy3"/>
    <dgm:cxn modelId="{F3C8637E-CF9E-7647-845D-A3D77B840E4A}" type="presParOf" srcId="{59D8E970-73FB-FD4B-9999-9AD300FB3412}" destId="{1F9C49F3-8FB0-8940-A0E5-358462990DB4}" srcOrd="1" destOrd="0" presId="urn:microsoft.com/office/officeart/2005/8/layout/hierarchy3"/>
    <dgm:cxn modelId="{CD929ECB-6E12-174B-A08E-9088F07B5D14}" type="presParOf" srcId="{C32B1E6A-A806-E94B-99C9-88A4199F32C4}" destId="{014010F9-5902-BB4D-908C-061B9A10AD8F}" srcOrd="1" destOrd="0" presId="urn:microsoft.com/office/officeart/2005/8/layout/hierarchy3"/>
    <dgm:cxn modelId="{6BDCCB33-F805-5A42-9379-E96B2F33CF4A}" type="presParOf" srcId="{014010F9-5902-BB4D-908C-061B9A10AD8F}" destId="{B79D9590-6EDA-BA4F-A691-BF862C4795DA}" srcOrd="0" destOrd="0" presId="urn:microsoft.com/office/officeart/2005/8/layout/hierarchy3"/>
    <dgm:cxn modelId="{0FCC8471-801A-394A-9AE2-EE9429525EDA}" type="presParOf" srcId="{B79D9590-6EDA-BA4F-A691-BF862C4795DA}" destId="{E00BB986-49F9-8346-81B6-486828F02C99}" srcOrd="0" destOrd="0" presId="urn:microsoft.com/office/officeart/2005/8/layout/hierarchy3"/>
    <dgm:cxn modelId="{AB43CA96-4FF1-1842-9141-FC6985037763}" type="presParOf" srcId="{B79D9590-6EDA-BA4F-A691-BF862C4795DA}" destId="{1E144E7D-D436-944B-8BCE-2DBA0F2CA742}" srcOrd="1" destOrd="0" presId="urn:microsoft.com/office/officeart/2005/8/layout/hierarchy3"/>
    <dgm:cxn modelId="{223AA523-432F-CE46-9FAF-8A1660B6E775}" type="presParOf" srcId="{014010F9-5902-BB4D-908C-061B9A10AD8F}" destId="{05B74C19-E678-EE4E-AA00-396067118F58}" srcOrd="1" destOrd="0" presId="urn:microsoft.com/office/officeart/2005/8/layout/hierarchy3"/>
    <dgm:cxn modelId="{AB4EDEC5-137E-3940-842D-DA5B2C149206}" type="presParOf" srcId="{C32B1E6A-A806-E94B-99C9-88A4199F32C4}" destId="{FCAB2ACB-B087-9D49-A8F0-A7C2A06C2D7F}" srcOrd="2" destOrd="0" presId="urn:microsoft.com/office/officeart/2005/8/layout/hierarchy3"/>
    <dgm:cxn modelId="{60E0B187-BA31-CA4A-A181-921F46722201}" type="presParOf" srcId="{FCAB2ACB-B087-9D49-A8F0-A7C2A06C2D7F}" destId="{558985F2-37EA-F541-890A-291A57D15A6A}" srcOrd="0" destOrd="0" presId="urn:microsoft.com/office/officeart/2005/8/layout/hierarchy3"/>
    <dgm:cxn modelId="{F3A65C94-5A3E-4643-83BF-14B5151C82D6}" type="presParOf" srcId="{558985F2-37EA-F541-890A-291A57D15A6A}" destId="{91223833-8E50-3545-B0D2-936C28A0FBBF}" srcOrd="0" destOrd="0" presId="urn:microsoft.com/office/officeart/2005/8/layout/hierarchy3"/>
    <dgm:cxn modelId="{45AF580A-3DD5-8E4F-82EB-400F777DBAD0}" type="presParOf" srcId="{558985F2-37EA-F541-890A-291A57D15A6A}" destId="{A2192A71-D16E-8A4F-B8B2-BC4E7F48C4E2}" srcOrd="1" destOrd="0" presId="urn:microsoft.com/office/officeart/2005/8/layout/hierarchy3"/>
    <dgm:cxn modelId="{A2B52161-211B-EB4D-9447-9DB51C24D62B}" type="presParOf" srcId="{FCAB2ACB-B087-9D49-A8F0-A7C2A06C2D7F}" destId="{DF30AE8A-9088-1D43-812A-BDB54EF929A1}" srcOrd="1" destOrd="0" presId="urn:microsoft.com/office/officeart/2005/8/layout/hierarchy3"/>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6470BB5-A633-4688-BC50-8A62320FFF83}" type="doc">
      <dgm:prSet loTypeId="urn:microsoft.com/office/officeart/2008/layout/AlternatingHexagons" loCatId="list" qsTypeId="urn:microsoft.com/office/officeart/2005/8/quickstyle/simple1" qsCatId="simple" csTypeId="urn:microsoft.com/office/officeart/2005/8/colors/colorful1" csCatId="colorful"/>
      <dgm:spPr/>
      <dgm:t>
        <a:bodyPr/>
        <a:lstStyle/>
        <a:p>
          <a:endParaRPr lang="en-US"/>
        </a:p>
      </dgm:t>
    </dgm:pt>
    <dgm:pt modelId="{D91B63A5-BFF6-46F8-9D17-05153629C93C}">
      <dgm:prSet/>
      <dgm:spPr/>
      <dgm:t>
        <a:bodyPr/>
        <a:lstStyle/>
        <a:p>
          <a:r>
            <a:rPr lang="en-US"/>
            <a:t>Centered on negative effect</a:t>
          </a:r>
        </a:p>
      </dgm:t>
    </dgm:pt>
    <dgm:pt modelId="{25D8D22C-62A3-4FBD-9A7B-BBD040D12A74}" type="parTrans" cxnId="{6F97CACA-6DC2-4654-8492-AC26496B7B99}">
      <dgm:prSet/>
      <dgm:spPr/>
      <dgm:t>
        <a:bodyPr/>
        <a:lstStyle/>
        <a:p>
          <a:endParaRPr lang="en-US"/>
        </a:p>
      </dgm:t>
    </dgm:pt>
    <dgm:pt modelId="{30BD1544-93D6-470D-987A-72A6FF536E5D}" type="sibTrans" cxnId="{6F97CACA-6DC2-4654-8492-AC26496B7B99}">
      <dgm:prSet/>
      <dgm:spPr/>
      <dgm:t>
        <a:bodyPr/>
        <a:lstStyle/>
        <a:p>
          <a:endParaRPr lang="en-US"/>
        </a:p>
      </dgm:t>
    </dgm:pt>
    <dgm:pt modelId="{09828450-2F45-4E3A-A7C3-3E8AAA80547D}">
      <dgm:prSet/>
      <dgm:spPr/>
      <dgm:t>
        <a:bodyPr/>
        <a:lstStyle/>
        <a:p>
          <a:r>
            <a:rPr lang="en-US"/>
            <a:t>Smooth distribution → stable results</a:t>
          </a:r>
        </a:p>
      </dgm:t>
    </dgm:pt>
    <dgm:pt modelId="{1CD14CA3-AD47-4531-9BB8-6454B4B853FE}" type="parTrans" cxnId="{7628A292-A2D3-49E5-A972-2760F434189A}">
      <dgm:prSet/>
      <dgm:spPr/>
      <dgm:t>
        <a:bodyPr/>
        <a:lstStyle/>
        <a:p>
          <a:endParaRPr lang="en-US"/>
        </a:p>
      </dgm:t>
    </dgm:pt>
    <dgm:pt modelId="{8A07CDEA-4B1F-4E53-98BA-7D00B199A1E8}" type="sibTrans" cxnId="{7628A292-A2D3-49E5-A972-2760F434189A}">
      <dgm:prSet/>
      <dgm:spPr/>
      <dgm:t>
        <a:bodyPr/>
        <a:lstStyle/>
        <a:p>
          <a:endParaRPr lang="en-US"/>
        </a:p>
      </dgm:t>
    </dgm:pt>
    <dgm:pt modelId="{1D46EA90-DA48-E94C-B140-96D5A070DD2A}" type="pres">
      <dgm:prSet presAssocID="{36470BB5-A633-4688-BC50-8A62320FFF83}" presName="Name0" presStyleCnt="0">
        <dgm:presLayoutVars>
          <dgm:chMax/>
          <dgm:chPref/>
          <dgm:dir/>
          <dgm:animLvl val="lvl"/>
        </dgm:presLayoutVars>
      </dgm:prSet>
      <dgm:spPr/>
    </dgm:pt>
    <dgm:pt modelId="{C54A0C83-8188-9D40-86F0-2BD4A3AE8AB6}" type="pres">
      <dgm:prSet presAssocID="{D91B63A5-BFF6-46F8-9D17-05153629C93C}" presName="composite" presStyleCnt="0"/>
      <dgm:spPr/>
    </dgm:pt>
    <dgm:pt modelId="{D5748BC7-0E47-2144-A703-5D0DF20596AC}" type="pres">
      <dgm:prSet presAssocID="{D91B63A5-BFF6-46F8-9D17-05153629C93C}" presName="Parent1" presStyleLbl="node1" presStyleIdx="0" presStyleCnt="4">
        <dgm:presLayoutVars>
          <dgm:chMax val="1"/>
          <dgm:chPref val="1"/>
          <dgm:bulletEnabled val="1"/>
        </dgm:presLayoutVars>
      </dgm:prSet>
      <dgm:spPr/>
    </dgm:pt>
    <dgm:pt modelId="{C00D7D79-56A1-8C4C-A216-828267105FC3}" type="pres">
      <dgm:prSet presAssocID="{D91B63A5-BFF6-46F8-9D17-05153629C93C}" presName="Childtext1" presStyleLbl="revTx" presStyleIdx="0" presStyleCnt="2">
        <dgm:presLayoutVars>
          <dgm:chMax val="0"/>
          <dgm:chPref val="0"/>
          <dgm:bulletEnabled val="1"/>
        </dgm:presLayoutVars>
      </dgm:prSet>
      <dgm:spPr/>
    </dgm:pt>
    <dgm:pt modelId="{D023A017-1199-4540-A157-4E4F671B6E6D}" type="pres">
      <dgm:prSet presAssocID="{D91B63A5-BFF6-46F8-9D17-05153629C93C}" presName="BalanceSpacing" presStyleCnt="0"/>
      <dgm:spPr/>
    </dgm:pt>
    <dgm:pt modelId="{FAFE7C1C-BF10-B048-94C2-95220008A8BC}" type="pres">
      <dgm:prSet presAssocID="{D91B63A5-BFF6-46F8-9D17-05153629C93C}" presName="BalanceSpacing1" presStyleCnt="0"/>
      <dgm:spPr/>
    </dgm:pt>
    <dgm:pt modelId="{F259E472-5206-604B-BA6F-22F3EAD88D65}" type="pres">
      <dgm:prSet presAssocID="{30BD1544-93D6-470D-987A-72A6FF536E5D}" presName="Accent1Text" presStyleLbl="node1" presStyleIdx="1" presStyleCnt="4"/>
      <dgm:spPr/>
    </dgm:pt>
    <dgm:pt modelId="{6D58056F-22F1-954E-A228-B8E57CE6DA18}" type="pres">
      <dgm:prSet presAssocID="{30BD1544-93D6-470D-987A-72A6FF536E5D}" presName="spaceBetweenRectangles" presStyleCnt="0"/>
      <dgm:spPr/>
    </dgm:pt>
    <dgm:pt modelId="{373BC031-4FC3-1B41-AB4F-86B5E8CA19F2}" type="pres">
      <dgm:prSet presAssocID="{09828450-2F45-4E3A-A7C3-3E8AAA80547D}" presName="composite" presStyleCnt="0"/>
      <dgm:spPr/>
    </dgm:pt>
    <dgm:pt modelId="{68AADCD1-E6C8-304E-84D0-A5887F6CD7E3}" type="pres">
      <dgm:prSet presAssocID="{09828450-2F45-4E3A-A7C3-3E8AAA80547D}" presName="Parent1" presStyleLbl="node1" presStyleIdx="2" presStyleCnt="4">
        <dgm:presLayoutVars>
          <dgm:chMax val="1"/>
          <dgm:chPref val="1"/>
          <dgm:bulletEnabled val="1"/>
        </dgm:presLayoutVars>
      </dgm:prSet>
      <dgm:spPr/>
    </dgm:pt>
    <dgm:pt modelId="{98BCB866-9326-A94A-9834-AA6E2BCA10C7}" type="pres">
      <dgm:prSet presAssocID="{09828450-2F45-4E3A-A7C3-3E8AAA80547D}" presName="Childtext1" presStyleLbl="revTx" presStyleIdx="1" presStyleCnt="2">
        <dgm:presLayoutVars>
          <dgm:chMax val="0"/>
          <dgm:chPref val="0"/>
          <dgm:bulletEnabled val="1"/>
        </dgm:presLayoutVars>
      </dgm:prSet>
      <dgm:spPr/>
    </dgm:pt>
    <dgm:pt modelId="{8CA5E2CB-D4D0-0A43-ADA2-CF0FBB70E794}" type="pres">
      <dgm:prSet presAssocID="{09828450-2F45-4E3A-A7C3-3E8AAA80547D}" presName="BalanceSpacing" presStyleCnt="0"/>
      <dgm:spPr/>
    </dgm:pt>
    <dgm:pt modelId="{CCC9A743-D07B-5740-805B-C6BEF3C6EA9C}" type="pres">
      <dgm:prSet presAssocID="{09828450-2F45-4E3A-A7C3-3E8AAA80547D}" presName="BalanceSpacing1" presStyleCnt="0"/>
      <dgm:spPr/>
    </dgm:pt>
    <dgm:pt modelId="{D927DDC3-FB4C-AA4D-A44E-D7311A3353FD}" type="pres">
      <dgm:prSet presAssocID="{8A07CDEA-4B1F-4E53-98BA-7D00B199A1E8}" presName="Accent1Text" presStyleLbl="node1" presStyleIdx="3" presStyleCnt="4"/>
      <dgm:spPr/>
    </dgm:pt>
  </dgm:ptLst>
  <dgm:cxnLst>
    <dgm:cxn modelId="{17601A2C-4FDB-394A-8320-0CCD167CCF4A}" type="presOf" srcId="{8A07CDEA-4B1F-4E53-98BA-7D00B199A1E8}" destId="{D927DDC3-FB4C-AA4D-A44E-D7311A3353FD}" srcOrd="0" destOrd="0" presId="urn:microsoft.com/office/officeart/2008/layout/AlternatingHexagons"/>
    <dgm:cxn modelId="{BD08EF2D-EF15-1A49-A83B-F17FE7EA36B9}" type="presOf" srcId="{30BD1544-93D6-470D-987A-72A6FF536E5D}" destId="{F259E472-5206-604B-BA6F-22F3EAD88D65}" srcOrd="0" destOrd="0" presId="urn:microsoft.com/office/officeart/2008/layout/AlternatingHexagons"/>
    <dgm:cxn modelId="{7628A292-A2D3-49E5-A972-2760F434189A}" srcId="{36470BB5-A633-4688-BC50-8A62320FFF83}" destId="{09828450-2F45-4E3A-A7C3-3E8AAA80547D}" srcOrd="1" destOrd="0" parTransId="{1CD14CA3-AD47-4531-9BB8-6454B4B853FE}" sibTransId="{8A07CDEA-4B1F-4E53-98BA-7D00B199A1E8}"/>
    <dgm:cxn modelId="{759FA397-E441-3449-82C1-11F079E25C5D}" type="presOf" srcId="{D91B63A5-BFF6-46F8-9D17-05153629C93C}" destId="{D5748BC7-0E47-2144-A703-5D0DF20596AC}" srcOrd="0" destOrd="0" presId="urn:microsoft.com/office/officeart/2008/layout/AlternatingHexagons"/>
    <dgm:cxn modelId="{F0E6B5C5-E46A-6C4D-9F2A-29143A2F0847}" type="presOf" srcId="{09828450-2F45-4E3A-A7C3-3E8AAA80547D}" destId="{68AADCD1-E6C8-304E-84D0-A5887F6CD7E3}" srcOrd="0" destOrd="0" presId="urn:microsoft.com/office/officeart/2008/layout/AlternatingHexagons"/>
    <dgm:cxn modelId="{6F97CACA-6DC2-4654-8492-AC26496B7B99}" srcId="{36470BB5-A633-4688-BC50-8A62320FFF83}" destId="{D91B63A5-BFF6-46F8-9D17-05153629C93C}" srcOrd="0" destOrd="0" parTransId="{25D8D22C-62A3-4FBD-9A7B-BBD040D12A74}" sibTransId="{30BD1544-93D6-470D-987A-72A6FF536E5D}"/>
    <dgm:cxn modelId="{E1DE1CED-AF6D-BE46-9FD0-64B0B2B54CFB}" type="presOf" srcId="{36470BB5-A633-4688-BC50-8A62320FFF83}" destId="{1D46EA90-DA48-E94C-B140-96D5A070DD2A}" srcOrd="0" destOrd="0" presId="urn:microsoft.com/office/officeart/2008/layout/AlternatingHexagons"/>
    <dgm:cxn modelId="{F9E9F9B8-81E6-2143-A032-8EB167AB0DC7}" type="presParOf" srcId="{1D46EA90-DA48-E94C-B140-96D5A070DD2A}" destId="{C54A0C83-8188-9D40-86F0-2BD4A3AE8AB6}" srcOrd="0" destOrd="0" presId="urn:microsoft.com/office/officeart/2008/layout/AlternatingHexagons"/>
    <dgm:cxn modelId="{B199CE74-8AB6-4747-BBE9-B5BE769CE6AC}" type="presParOf" srcId="{C54A0C83-8188-9D40-86F0-2BD4A3AE8AB6}" destId="{D5748BC7-0E47-2144-A703-5D0DF20596AC}" srcOrd="0" destOrd="0" presId="urn:microsoft.com/office/officeart/2008/layout/AlternatingHexagons"/>
    <dgm:cxn modelId="{35307925-3197-0F40-ABCF-F7401CE86D24}" type="presParOf" srcId="{C54A0C83-8188-9D40-86F0-2BD4A3AE8AB6}" destId="{C00D7D79-56A1-8C4C-A216-828267105FC3}" srcOrd="1" destOrd="0" presId="urn:microsoft.com/office/officeart/2008/layout/AlternatingHexagons"/>
    <dgm:cxn modelId="{BE244DF8-550B-DA42-9F06-095351D2DFDB}" type="presParOf" srcId="{C54A0C83-8188-9D40-86F0-2BD4A3AE8AB6}" destId="{D023A017-1199-4540-A157-4E4F671B6E6D}" srcOrd="2" destOrd="0" presId="urn:microsoft.com/office/officeart/2008/layout/AlternatingHexagons"/>
    <dgm:cxn modelId="{85DA30F2-7791-404E-9E40-24B78A930E85}" type="presParOf" srcId="{C54A0C83-8188-9D40-86F0-2BD4A3AE8AB6}" destId="{FAFE7C1C-BF10-B048-94C2-95220008A8BC}" srcOrd="3" destOrd="0" presId="urn:microsoft.com/office/officeart/2008/layout/AlternatingHexagons"/>
    <dgm:cxn modelId="{E484A9E8-B7E2-6642-91AC-60A855E58278}" type="presParOf" srcId="{C54A0C83-8188-9D40-86F0-2BD4A3AE8AB6}" destId="{F259E472-5206-604B-BA6F-22F3EAD88D65}" srcOrd="4" destOrd="0" presId="urn:microsoft.com/office/officeart/2008/layout/AlternatingHexagons"/>
    <dgm:cxn modelId="{37A914C6-6E64-254F-83FE-50E9777621F2}" type="presParOf" srcId="{1D46EA90-DA48-E94C-B140-96D5A070DD2A}" destId="{6D58056F-22F1-954E-A228-B8E57CE6DA18}" srcOrd="1" destOrd="0" presId="urn:microsoft.com/office/officeart/2008/layout/AlternatingHexagons"/>
    <dgm:cxn modelId="{C8F8762B-973C-6344-8D0D-D1C86065E05F}" type="presParOf" srcId="{1D46EA90-DA48-E94C-B140-96D5A070DD2A}" destId="{373BC031-4FC3-1B41-AB4F-86B5E8CA19F2}" srcOrd="2" destOrd="0" presId="urn:microsoft.com/office/officeart/2008/layout/AlternatingHexagons"/>
    <dgm:cxn modelId="{0E5B947A-D03E-214E-A4B1-E273C4FB0165}" type="presParOf" srcId="{373BC031-4FC3-1B41-AB4F-86B5E8CA19F2}" destId="{68AADCD1-E6C8-304E-84D0-A5887F6CD7E3}" srcOrd="0" destOrd="0" presId="urn:microsoft.com/office/officeart/2008/layout/AlternatingHexagons"/>
    <dgm:cxn modelId="{CEA14161-0A2C-184E-998C-55A3091D51C6}" type="presParOf" srcId="{373BC031-4FC3-1B41-AB4F-86B5E8CA19F2}" destId="{98BCB866-9326-A94A-9834-AA6E2BCA10C7}" srcOrd="1" destOrd="0" presId="urn:microsoft.com/office/officeart/2008/layout/AlternatingHexagons"/>
    <dgm:cxn modelId="{6C44A454-6E5B-F149-9000-032F9A573BE0}" type="presParOf" srcId="{373BC031-4FC3-1B41-AB4F-86B5E8CA19F2}" destId="{8CA5E2CB-D4D0-0A43-ADA2-CF0FBB70E794}" srcOrd="2" destOrd="0" presId="urn:microsoft.com/office/officeart/2008/layout/AlternatingHexagons"/>
    <dgm:cxn modelId="{72227C4F-8E8D-C447-ADDF-AEC50E8792B0}" type="presParOf" srcId="{373BC031-4FC3-1B41-AB4F-86B5E8CA19F2}" destId="{CCC9A743-D07B-5740-805B-C6BEF3C6EA9C}" srcOrd="3" destOrd="0" presId="urn:microsoft.com/office/officeart/2008/layout/AlternatingHexagons"/>
    <dgm:cxn modelId="{D89A8570-3367-9345-B2CA-3F5A020EFC1D}" type="presParOf" srcId="{373BC031-4FC3-1B41-AB4F-86B5E8CA19F2}" destId="{D927DDC3-FB4C-AA4D-A44E-D7311A3353FD}" srcOrd="4" destOrd="0" presId="urn:microsoft.com/office/officeart/2008/layout/AlternatingHexagons"/>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2B334A0C-C91B-4C27-ADE0-225FAEB836DF}"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FA86018D-79A7-4652-AC3B-FB74B89A3D06}">
      <dgm:prSet/>
      <dgm:spPr/>
      <dgm:t>
        <a:bodyPr/>
        <a:lstStyle/>
        <a:p>
          <a:pPr>
            <a:defRPr cap="all"/>
          </a:pPr>
          <a:r>
            <a:rPr lang="en-US"/>
            <a:t>Testing reduces transmission</a:t>
          </a:r>
        </a:p>
      </dgm:t>
    </dgm:pt>
    <dgm:pt modelId="{DDEEF8B7-442B-4A37-A4CF-3ECE75411765}" type="parTrans" cxnId="{68E14528-B08C-4DD8-9353-45120AA1AF48}">
      <dgm:prSet/>
      <dgm:spPr/>
      <dgm:t>
        <a:bodyPr/>
        <a:lstStyle/>
        <a:p>
          <a:endParaRPr lang="en-US"/>
        </a:p>
      </dgm:t>
    </dgm:pt>
    <dgm:pt modelId="{CD3BB8DB-D57B-47B8-BEED-5EC11EB79D15}" type="sibTrans" cxnId="{68E14528-B08C-4DD8-9353-45120AA1AF48}">
      <dgm:prSet/>
      <dgm:spPr/>
      <dgm:t>
        <a:bodyPr/>
        <a:lstStyle/>
        <a:p>
          <a:endParaRPr lang="en-US"/>
        </a:p>
      </dgm:t>
    </dgm:pt>
    <dgm:pt modelId="{AF90904E-87BE-4247-91ED-A91230A6942C}">
      <dgm:prSet/>
      <dgm:spPr/>
      <dgm:t>
        <a:bodyPr/>
        <a:lstStyle/>
        <a:p>
          <a:pPr>
            <a:defRPr cap="all"/>
          </a:pPr>
          <a:r>
            <a:rPr lang="en-US"/>
            <a:t>Effects are delayed but reliable</a:t>
          </a:r>
        </a:p>
      </dgm:t>
    </dgm:pt>
    <dgm:pt modelId="{3989082C-C65D-4199-9EAC-5E2FFD03D493}" type="parTrans" cxnId="{3315DAD3-B64D-41CC-B8B7-0D8EAAFCC769}">
      <dgm:prSet/>
      <dgm:spPr/>
      <dgm:t>
        <a:bodyPr/>
        <a:lstStyle/>
        <a:p>
          <a:endParaRPr lang="en-US"/>
        </a:p>
      </dgm:t>
    </dgm:pt>
    <dgm:pt modelId="{CCF2AB16-EF9D-4C69-AF5E-BF9AA3044053}" type="sibTrans" cxnId="{3315DAD3-B64D-41CC-B8B7-0D8EAAFCC769}">
      <dgm:prSet/>
      <dgm:spPr/>
      <dgm:t>
        <a:bodyPr/>
        <a:lstStyle/>
        <a:p>
          <a:endParaRPr lang="en-US"/>
        </a:p>
      </dgm:t>
    </dgm:pt>
    <dgm:pt modelId="{94843496-EBFC-40FE-9372-1D01B9BCB441}">
      <dgm:prSet/>
      <dgm:spPr/>
      <dgm:t>
        <a:bodyPr/>
        <a:lstStyle/>
        <a:p>
          <a:pPr>
            <a:defRPr cap="all"/>
          </a:pPr>
          <a:r>
            <a:rPr lang="en-US"/>
            <a:t>Results align with literature</a:t>
          </a:r>
        </a:p>
      </dgm:t>
    </dgm:pt>
    <dgm:pt modelId="{7265EA70-C4A5-45F0-9F44-A0D4E2E42E6C}" type="parTrans" cxnId="{211772A3-8A18-45C0-B9B7-C8E0E4502415}">
      <dgm:prSet/>
      <dgm:spPr/>
      <dgm:t>
        <a:bodyPr/>
        <a:lstStyle/>
        <a:p>
          <a:endParaRPr lang="en-US"/>
        </a:p>
      </dgm:t>
    </dgm:pt>
    <dgm:pt modelId="{3D4FD4C2-56FC-4EE2-A05F-3DF3B5AF0AF9}" type="sibTrans" cxnId="{211772A3-8A18-45C0-B9B7-C8E0E4502415}">
      <dgm:prSet/>
      <dgm:spPr/>
      <dgm:t>
        <a:bodyPr/>
        <a:lstStyle/>
        <a:p>
          <a:endParaRPr lang="en-US"/>
        </a:p>
      </dgm:t>
    </dgm:pt>
    <dgm:pt modelId="{0037CCF4-6EDE-4746-89D8-2BD7BE6F7FC0}" type="pres">
      <dgm:prSet presAssocID="{2B334A0C-C91B-4C27-ADE0-225FAEB836DF}" presName="root" presStyleCnt="0">
        <dgm:presLayoutVars>
          <dgm:dir/>
          <dgm:resizeHandles val="exact"/>
        </dgm:presLayoutVars>
      </dgm:prSet>
      <dgm:spPr/>
    </dgm:pt>
    <dgm:pt modelId="{64658608-806D-4ACC-B675-9E6C5F037174}" type="pres">
      <dgm:prSet presAssocID="{FA86018D-79A7-4652-AC3B-FB74B89A3D06}" presName="compNode" presStyleCnt="0"/>
      <dgm:spPr/>
    </dgm:pt>
    <dgm:pt modelId="{9408153C-96C3-4E2B-A3A0-1FBAF29B53CB}" type="pres">
      <dgm:prSet presAssocID="{FA86018D-79A7-4652-AC3B-FB74B89A3D06}" presName="iconBgRect" presStyleLbl="bgShp" presStyleIdx="0" presStyleCnt="3"/>
      <dgm:spPr/>
    </dgm:pt>
    <dgm:pt modelId="{B21323B8-D9C6-4188-B198-3F8F234C3B0F}" type="pres">
      <dgm:prSet presAssocID="{FA86018D-79A7-4652-AC3B-FB74B89A3D06}"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85FC7B61-E05A-4D6E-8608-B96D2B33F9CF}" type="pres">
      <dgm:prSet presAssocID="{FA86018D-79A7-4652-AC3B-FB74B89A3D06}" presName="spaceRect" presStyleCnt="0"/>
      <dgm:spPr/>
    </dgm:pt>
    <dgm:pt modelId="{D95006E2-E6B5-4819-AFC4-D9B6FF535BFC}" type="pres">
      <dgm:prSet presAssocID="{FA86018D-79A7-4652-AC3B-FB74B89A3D06}" presName="textRect" presStyleLbl="revTx" presStyleIdx="0" presStyleCnt="3">
        <dgm:presLayoutVars>
          <dgm:chMax val="1"/>
          <dgm:chPref val="1"/>
        </dgm:presLayoutVars>
      </dgm:prSet>
      <dgm:spPr/>
    </dgm:pt>
    <dgm:pt modelId="{D8BD70B6-36C9-4B8E-802E-CCE1A7BA831D}" type="pres">
      <dgm:prSet presAssocID="{CD3BB8DB-D57B-47B8-BEED-5EC11EB79D15}" presName="sibTrans" presStyleCnt="0"/>
      <dgm:spPr/>
    </dgm:pt>
    <dgm:pt modelId="{63BE834F-DE3D-42B5-B7A4-2112970863A9}" type="pres">
      <dgm:prSet presAssocID="{AF90904E-87BE-4247-91ED-A91230A6942C}" presName="compNode" presStyleCnt="0"/>
      <dgm:spPr/>
    </dgm:pt>
    <dgm:pt modelId="{A196FD53-5E18-47A3-9E6B-BB331E2238BE}" type="pres">
      <dgm:prSet presAssocID="{AF90904E-87BE-4247-91ED-A91230A6942C}" presName="iconBgRect" presStyleLbl="bgShp" presStyleIdx="1" presStyleCnt="3"/>
      <dgm:spPr/>
    </dgm:pt>
    <dgm:pt modelId="{9937B01A-BE51-493D-A7E0-75F0693B0880}" type="pres">
      <dgm:prSet presAssocID="{AF90904E-87BE-4247-91ED-A91230A6942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opwatch"/>
        </a:ext>
      </dgm:extLst>
    </dgm:pt>
    <dgm:pt modelId="{2A9D7529-ED83-47E5-8986-A557827CD18C}" type="pres">
      <dgm:prSet presAssocID="{AF90904E-87BE-4247-91ED-A91230A6942C}" presName="spaceRect" presStyleCnt="0"/>
      <dgm:spPr/>
    </dgm:pt>
    <dgm:pt modelId="{1D5050A2-622E-4C63-B441-19F1CAC13E62}" type="pres">
      <dgm:prSet presAssocID="{AF90904E-87BE-4247-91ED-A91230A6942C}" presName="textRect" presStyleLbl="revTx" presStyleIdx="1" presStyleCnt="3">
        <dgm:presLayoutVars>
          <dgm:chMax val="1"/>
          <dgm:chPref val="1"/>
        </dgm:presLayoutVars>
      </dgm:prSet>
      <dgm:spPr/>
    </dgm:pt>
    <dgm:pt modelId="{A2FB25F2-F97B-4307-B411-253B2FF36CBA}" type="pres">
      <dgm:prSet presAssocID="{CCF2AB16-EF9D-4C69-AF5E-BF9AA3044053}" presName="sibTrans" presStyleCnt="0"/>
      <dgm:spPr/>
    </dgm:pt>
    <dgm:pt modelId="{EA168671-62BD-42D0-9E61-6330D754B26F}" type="pres">
      <dgm:prSet presAssocID="{94843496-EBFC-40FE-9372-1D01B9BCB441}" presName="compNode" presStyleCnt="0"/>
      <dgm:spPr/>
    </dgm:pt>
    <dgm:pt modelId="{50440597-6A95-46C7-994B-8C1CF8A5679F}" type="pres">
      <dgm:prSet presAssocID="{94843496-EBFC-40FE-9372-1D01B9BCB441}" presName="iconBgRect" presStyleLbl="bgShp" presStyleIdx="2" presStyleCnt="3"/>
      <dgm:spPr/>
    </dgm:pt>
    <dgm:pt modelId="{F73339BC-0486-49B6-9CA9-AE7BD79C29F3}" type="pres">
      <dgm:prSet presAssocID="{94843496-EBFC-40FE-9372-1D01B9BCB441}"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ooks"/>
        </a:ext>
      </dgm:extLst>
    </dgm:pt>
    <dgm:pt modelId="{BCFEC76B-8860-44CF-B07C-8B6D3151272B}" type="pres">
      <dgm:prSet presAssocID="{94843496-EBFC-40FE-9372-1D01B9BCB441}" presName="spaceRect" presStyleCnt="0"/>
      <dgm:spPr/>
    </dgm:pt>
    <dgm:pt modelId="{8CD9F8BF-1A1B-4133-8CB0-566B82316793}" type="pres">
      <dgm:prSet presAssocID="{94843496-EBFC-40FE-9372-1D01B9BCB441}" presName="textRect" presStyleLbl="revTx" presStyleIdx="2" presStyleCnt="3">
        <dgm:presLayoutVars>
          <dgm:chMax val="1"/>
          <dgm:chPref val="1"/>
        </dgm:presLayoutVars>
      </dgm:prSet>
      <dgm:spPr/>
    </dgm:pt>
  </dgm:ptLst>
  <dgm:cxnLst>
    <dgm:cxn modelId="{68E14528-B08C-4DD8-9353-45120AA1AF48}" srcId="{2B334A0C-C91B-4C27-ADE0-225FAEB836DF}" destId="{FA86018D-79A7-4652-AC3B-FB74B89A3D06}" srcOrd="0" destOrd="0" parTransId="{DDEEF8B7-442B-4A37-A4CF-3ECE75411765}" sibTransId="{CD3BB8DB-D57B-47B8-BEED-5EC11EB79D15}"/>
    <dgm:cxn modelId="{B5B3489E-006F-4BBA-B41F-AD3D0644B9BD}" type="presOf" srcId="{AF90904E-87BE-4247-91ED-A91230A6942C}" destId="{1D5050A2-622E-4C63-B441-19F1CAC13E62}" srcOrd="0" destOrd="0" presId="urn:microsoft.com/office/officeart/2018/5/layout/IconCircleLabelList"/>
    <dgm:cxn modelId="{211772A3-8A18-45C0-B9B7-C8E0E4502415}" srcId="{2B334A0C-C91B-4C27-ADE0-225FAEB836DF}" destId="{94843496-EBFC-40FE-9372-1D01B9BCB441}" srcOrd="2" destOrd="0" parTransId="{7265EA70-C4A5-45F0-9F44-A0D4E2E42E6C}" sibTransId="{3D4FD4C2-56FC-4EE2-A05F-3DF3B5AF0AF9}"/>
    <dgm:cxn modelId="{B9C99DA4-F4D0-47BE-B252-204157FA296F}" type="presOf" srcId="{94843496-EBFC-40FE-9372-1D01B9BCB441}" destId="{8CD9F8BF-1A1B-4133-8CB0-566B82316793}" srcOrd="0" destOrd="0" presId="urn:microsoft.com/office/officeart/2018/5/layout/IconCircleLabelList"/>
    <dgm:cxn modelId="{DF97AEA8-E0B5-4294-ACB5-07386706A6EC}" type="presOf" srcId="{2B334A0C-C91B-4C27-ADE0-225FAEB836DF}" destId="{0037CCF4-6EDE-4746-89D8-2BD7BE6F7FC0}" srcOrd="0" destOrd="0" presId="urn:microsoft.com/office/officeart/2018/5/layout/IconCircleLabelList"/>
    <dgm:cxn modelId="{91D757CB-703E-462C-B6C3-2EA328597176}" type="presOf" srcId="{FA86018D-79A7-4652-AC3B-FB74B89A3D06}" destId="{D95006E2-E6B5-4819-AFC4-D9B6FF535BFC}" srcOrd="0" destOrd="0" presId="urn:microsoft.com/office/officeart/2018/5/layout/IconCircleLabelList"/>
    <dgm:cxn modelId="{3315DAD3-B64D-41CC-B8B7-0D8EAAFCC769}" srcId="{2B334A0C-C91B-4C27-ADE0-225FAEB836DF}" destId="{AF90904E-87BE-4247-91ED-A91230A6942C}" srcOrd="1" destOrd="0" parTransId="{3989082C-C65D-4199-9EAC-5E2FFD03D493}" sibTransId="{CCF2AB16-EF9D-4C69-AF5E-BF9AA3044053}"/>
    <dgm:cxn modelId="{0CA0B185-4E92-4B8B-9ECB-A34EA6A74BF3}" type="presParOf" srcId="{0037CCF4-6EDE-4746-89D8-2BD7BE6F7FC0}" destId="{64658608-806D-4ACC-B675-9E6C5F037174}" srcOrd="0" destOrd="0" presId="urn:microsoft.com/office/officeart/2018/5/layout/IconCircleLabelList"/>
    <dgm:cxn modelId="{DB4AE93E-1E87-45FA-BEC5-98F09D802C05}" type="presParOf" srcId="{64658608-806D-4ACC-B675-9E6C5F037174}" destId="{9408153C-96C3-4E2B-A3A0-1FBAF29B53CB}" srcOrd="0" destOrd="0" presId="urn:microsoft.com/office/officeart/2018/5/layout/IconCircleLabelList"/>
    <dgm:cxn modelId="{DB2EEBD2-87E3-4F09-88A5-1A8AED6E9476}" type="presParOf" srcId="{64658608-806D-4ACC-B675-9E6C5F037174}" destId="{B21323B8-D9C6-4188-B198-3F8F234C3B0F}" srcOrd="1" destOrd="0" presId="urn:microsoft.com/office/officeart/2018/5/layout/IconCircleLabelList"/>
    <dgm:cxn modelId="{12F3D1FC-00CF-4CDF-A65C-C2450FE99830}" type="presParOf" srcId="{64658608-806D-4ACC-B675-9E6C5F037174}" destId="{85FC7B61-E05A-4D6E-8608-B96D2B33F9CF}" srcOrd="2" destOrd="0" presId="urn:microsoft.com/office/officeart/2018/5/layout/IconCircleLabelList"/>
    <dgm:cxn modelId="{9EBE6E55-2649-4671-8212-3C8BF0283E94}" type="presParOf" srcId="{64658608-806D-4ACC-B675-9E6C5F037174}" destId="{D95006E2-E6B5-4819-AFC4-D9B6FF535BFC}" srcOrd="3" destOrd="0" presId="urn:microsoft.com/office/officeart/2018/5/layout/IconCircleLabelList"/>
    <dgm:cxn modelId="{521364EB-5ABD-4D77-90AC-D86FA95D88CF}" type="presParOf" srcId="{0037CCF4-6EDE-4746-89D8-2BD7BE6F7FC0}" destId="{D8BD70B6-36C9-4B8E-802E-CCE1A7BA831D}" srcOrd="1" destOrd="0" presId="urn:microsoft.com/office/officeart/2018/5/layout/IconCircleLabelList"/>
    <dgm:cxn modelId="{64C46ADF-2778-44F4-9BA6-ECACA814732F}" type="presParOf" srcId="{0037CCF4-6EDE-4746-89D8-2BD7BE6F7FC0}" destId="{63BE834F-DE3D-42B5-B7A4-2112970863A9}" srcOrd="2" destOrd="0" presId="urn:microsoft.com/office/officeart/2018/5/layout/IconCircleLabelList"/>
    <dgm:cxn modelId="{7E45DE13-6C5E-4888-BDC2-3829E1F50976}" type="presParOf" srcId="{63BE834F-DE3D-42B5-B7A4-2112970863A9}" destId="{A196FD53-5E18-47A3-9E6B-BB331E2238BE}" srcOrd="0" destOrd="0" presId="urn:microsoft.com/office/officeart/2018/5/layout/IconCircleLabelList"/>
    <dgm:cxn modelId="{016486FA-DFB8-436D-987D-D37935E96468}" type="presParOf" srcId="{63BE834F-DE3D-42B5-B7A4-2112970863A9}" destId="{9937B01A-BE51-493D-A7E0-75F0693B0880}" srcOrd="1" destOrd="0" presId="urn:microsoft.com/office/officeart/2018/5/layout/IconCircleLabelList"/>
    <dgm:cxn modelId="{C8DAE1E1-9201-4C52-978A-C1DD19320C31}" type="presParOf" srcId="{63BE834F-DE3D-42B5-B7A4-2112970863A9}" destId="{2A9D7529-ED83-47E5-8986-A557827CD18C}" srcOrd="2" destOrd="0" presId="urn:microsoft.com/office/officeart/2018/5/layout/IconCircleLabelList"/>
    <dgm:cxn modelId="{A5AF50EE-54C6-42B1-8DFF-B526128CC7C2}" type="presParOf" srcId="{63BE834F-DE3D-42B5-B7A4-2112970863A9}" destId="{1D5050A2-622E-4C63-B441-19F1CAC13E62}" srcOrd="3" destOrd="0" presId="urn:microsoft.com/office/officeart/2018/5/layout/IconCircleLabelList"/>
    <dgm:cxn modelId="{053667ED-AF71-4DD2-B4C4-8789BD46386F}" type="presParOf" srcId="{0037CCF4-6EDE-4746-89D8-2BD7BE6F7FC0}" destId="{A2FB25F2-F97B-4307-B411-253B2FF36CBA}" srcOrd="3" destOrd="0" presId="urn:microsoft.com/office/officeart/2018/5/layout/IconCircleLabelList"/>
    <dgm:cxn modelId="{ACE3BC41-055D-435E-BF08-E1D474E18054}" type="presParOf" srcId="{0037CCF4-6EDE-4746-89D8-2BD7BE6F7FC0}" destId="{EA168671-62BD-42D0-9E61-6330D754B26F}" srcOrd="4" destOrd="0" presId="urn:microsoft.com/office/officeart/2018/5/layout/IconCircleLabelList"/>
    <dgm:cxn modelId="{1EBBF84A-5942-45C1-8968-78CFCAA47FB4}" type="presParOf" srcId="{EA168671-62BD-42D0-9E61-6330D754B26F}" destId="{50440597-6A95-46C7-994B-8C1CF8A5679F}" srcOrd="0" destOrd="0" presId="urn:microsoft.com/office/officeart/2018/5/layout/IconCircleLabelList"/>
    <dgm:cxn modelId="{F6342394-D2CE-4444-A0CF-0E9B59A3B4E1}" type="presParOf" srcId="{EA168671-62BD-42D0-9E61-6330D754B26F}" destId="{F73339BC-0486-49B6-9CA9-AE7BD79C29F3}" srcOrd="1" destOrd="0" presId="urn:microsoft.com/office/officeart/2018/5/layout/IconCircleLabelList"/>
    <dgm:cxn modelId="{6E299884-9DDA-4141-BE5E-4EBEBBE44414}" type="presParOf" srcId="{EA168671-62BD-42D0-9E61-6330D754B26F}" destId="{BCFEC76B-8860-44CF-B07C-8B6D3151272B}" srcOrd="2" destOrd="0" presId="urn:microsoft.com/office/officeart/2018/5/layout/IconCircleLabelList"/>
    <dgm:cxn modelId="{E90E0BA2-182F-42CF-B618-FC1335D73AA5}" type="presParOf" srcId="{EA168671-62BD-42D0-9E61-6330D754B26F}" destId="{8CD9F8BF-1A1B-4133-8CB0-566B82316793}" srcOrd="3" destOrd="0" presId="urn:microsoft.com/office/officeart/2018/5/layout/IconCircleLabel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DEA8934A-72C9-46F5-BF62-7CE17DB09AF9}"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2F3121CE-778E-46E2-B123-AFD5CA5B3B7A}">
      <dgm:prSet/>
      <dgm:spPr/>
      <dgm:t>
        <a:bodyPr/>
        <a:lstStyle/>
        <a:p>
          <a:pPr>
            <a:defRPr cap="all"/>
          </a:pPr>
          <a:r>
            <a:rPr lang="en-US"/>
            <a:t>Observational data</a:t>
          </a:r>
        </a:p>
      </dgm:t>
    </dgm:pt>
    <dgm:pt modelId="{B26B5E44-73F1-42FC-B17A-6EB6AB33D0BF}" type="parTrans" cxnId="{EA09F082-9FDC-4FC2-AAF2-3EB698BFC74E}">
      <dgm:prSet/>
      <dgm:spPr/>
      <dgm:t>
        <a:bodyPr/>
        <a:lstStyle/>
        <a:p>
          <a:endParaRPr lang="en-US"/>
        </a:p>
      </dgm:t>
    </dgm:pt>
    <dgm:pt modelId="{AEFB0002-40D4-4BA6-B5FF-DD9C588D9E1E}" type="sibTrans" cxnId="{EA09F082-9FDC-4FC2-AAF2-3EB698BFC74E}">
      <dgm:prSet/>
      <dgm:spPr/>
      <dgm:t>
        <a:bodyPr/>
        <a:lstStyle/>
        <a:p>
          <a:endParaRPr lang="en-US"/>
        </a:p>
      </dgm:t>
    </dgm:pt>
    <dgm:pt modelId="{46E871C3-50CC-49B5-9FF7-E3746A175A54}">
      <dgm:prSet/>
      <dgm:spPr/>
      <dgm:t>
        <a:bodyPr/>
        <a:lstStyle/>
        <a:p>
          <a:pPr>
            <a:defRPr cap="all"/>
          </a:pPr>
          <a:r>
            <a:rPr lang="en-US"/>
            <a:t>Variation in country reporting</a:t>
          </a:r>
        </a:p>
      </dgm:t>
    </dgm:pt>
    <dgm:pt modelId="{911109BA-6576-4773-A0CA-8A775B04A8BB}" type="parTrans" cxnId="{7A686108-EB4F-4027-8868-895C2ED3E8DA}">
      <dgm:prSet/>
      <dgm:spPr/>
      <dgm:t>
        <a:bodyPr/>
        <a:lstStyle/>
        <a:p>
          <a:endParaRPr lang="en-US"/>
        </a:p>
      </dgm:t>
    </dgm:pt>
    <dgm:pt modelId="{47231DE6-8F11-470F-BFEF-8D096F83F108}" type="sibTrans" cxnId="{7A686108-EB4F-4027-8868-895C2ED3E8DA}">
      <dgm:prSet/>
      <dgm:spPr/>
      <dgm:t>
        <a:bodyPr/>
        <a:lstStyle/>
        <a:p>
          <a:endParaRPr lang="en-US"/>
        </a:p>
      </dgm:t>
    </dgm:pt>
    <dgm:pt modelId="{5D42157C-CD73-439A-AE9D-D9C72DB5D27A}">
      <dgm:prSet/>
      <dgm:spPr/>
      <dgm:t>
        <a:bodyPr/>
        <a:lstStyle/>
        <a:p>
          <a:pPr>
            <a:defRPr cap="all"/>
          </a:pPr>
          <a:r>
            <a:rPr lang="en-US"/>
            <a:t>Cannot measure all policy differences</a:t>
          </a:r>
        </a:p>
      </dgm:t>
    </dgm:pt>
    <dgm:pt modelId="{1A458806-07B4-4617-8B1B-F2994FC35015}" type="parTrans" cxnId="{CA912B23-E65B-4932-9DEB-0D10FD943179}">
      <dgm:prSet/>
      <dgm:spPr/>
      <dgm:t>
        <a:bodyPr/>
        <a:lstStyle/>
        <a:p>
          <a:endParaRPr lang="en-US"/>
        </a:p>
      </dgm:t>
    </dgm:pt>
    <dgm:pt modelId="{22FD9D4E-EA83-4FFA-BBB4-FD3C14A38A4A}" type="sibTrans" cxnId="{CA912B23-E65B-4932-9DEB-0D10FD943179}">
      <dgm:prSet/>
      <dgm:spPr/>
      <dgm:t>
        <a:bodyPr/>
        <a:lstStyle/>
        <a:p>
          <a:endParaRPr lang="en-US"/>
        </a:p>
      </dgm:t>
    </dgm:pt>
    <dgm:pt modelId="{C44128C1-22EC-48EE-B675-CB24308101CA}" type="pres">
      <dgm:prSet presAssocID="{DEA8934A-72C9-46F5-BF62-7CE17DB09AF9}" presName="root" presStyleCnt="0">
        <dgm:presLayoutVars>
          <dgm:dir/>
          <dgm:resizeHandles val="exact"/>
        </dgm:presLayoutVars>
      </dgm:prSet>
      <dgm:spPr/>
    </dgm:pt>
    <dgm:pt modelId="{6AC64F9B-960E-4BF2-9713-9D45B3D73AAF}" type="pres">
      <dgm:prSet presAssocID="{2F3121CE-778E-46E2-B123-AFD5CA5B3B7A}" presName="compNode" presStyleCnt="0"/>
      <dgm:spPr/>
    </dgm:pt>
    <dgm:pt modelId="{DE1C19A8-8078-4AB1-8D6E-3D914188BD8C}" type="pres">
      <dgm:prSet presAssocID="{2F3121CE-778E-46E2-B123-AFD5CA5B3B7A}" presName="iconBgRect" presStyleLbl="bgShp" presStyleIdx="0" presStyleCnt="3"/>
      <dgm:spPr/>
    </dgm:pt>
    <dgm:pt modelId="{6987ED95-C708-46A7-B9FC-D2C9C430576C}" type="pres">
      <dgm:prSet presAssocID="{2F3121CE-778E-46E2-B123-AFD5CA5B3B7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Eye"/>
        </a:ext>
      </dgm:extLst>
    </dgm:pt>
    <dgm:pt modelId="{0DDE5D14-6A71-4092-860A-AA076ADD689B}" type="pres">
      <dgm:prSet presAssocID="{2F3121CE-778E-46E2-B123-AFD5CA5B3B7A}" presName="spaceRect" presStyleCnt="0"/>
      <dgm:spPr/>
    </dgm:pt>
    <dgm:pt modelId="{5062827A-C7D7-4B39-ADE8-4A03B67AC6C3}" type="pres">
      <dgm:prSet presAssocID="{2F3121CE-778E-46E2-B123-AFD5CA5B3B7A}" presName="textRect" presStyleLbl="revTx" presStyleIdx="0" presStyleCnt="3">
        <dgm:presLayoutVars>
          <dgm:chMax val="1"/>
          <dgm:chPref val="1"/>
        </dgm:presLayoutVars>
      </dgm:prSet>
      <dgm:spPr/>
    </dgm:pt>
    <dgm:pt modelId="{1AB0D922-6336-4AC7-89F0-4E84836E0516}" type="pres">
      <dgm:prSet presAssocID="{AEFB0002-40D4-4BA6-B5FF-DD9C588D9E1E}" presName="sibTrans" presStyleCnt="0"/>
      <dgm:spPr/>
    </dgm:pt>
    <dgm:pt modelId="{32AA9707-7260-4758-BC12-51A35092A9D8}" type="pres">
      <dgm:prSet presAssocID="{46E871C3-50CC-49B5-9FF7-E3746A175A54}" presName="compNode" presStyleCnt="0"/>
      <dgm:spPr/>
    </dgm:pt>
    <dgm:pt modelId="{5A580BE0-2B3E-4A9B-9F96-A8009806B8EE}" type="pres">
      <dgm:prSet presAssocID="{46E871C3-50CC-49B5-9FF7-E3746A175A54}" presName="iconBgRect" presStyleLbl="bgShp" presStyleIdx="1" presStyleCnt="3"/>
      <dgm:spPr/>
    </dgm:pt>
    <dgm:pt modelId="{6A804B62-161E-4C2F-958F-077F94EB057E}" type="pres">
      <dgm:prSet presAssocID="{46E871C3-50CC-49B5-9FF7-E3746A175A54}"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r chart"/>
        </a:ext>
      </dgm:extLst>
    </dgm:pt>
    <dgm:pt modelId="{56306C97-BE00-4733-88C4-8CA1BD053F5C}" type="pres">
      <dgm:prSet presAssocID="{46E871C3-50CC-49B5-9FF7-E3746A175A54}" presName="spaceRect" presStyleCnt="0"/>
      <dgm:spPr/>
    </dgm:pt>
    <dgm:pt modelId="{E691E50F-353C-4EF3-9AA1-95C88C376465}" type="pres">
      <dgm:prSet presAssocID="{46E871C3-50CC-49B5-9FF7-E3746A175A54}" presName="textRect" presStyleLbl="revTx" presStyleIdx="1" presStyleCnt="3">
        <dgm:presLayoutVars>
          <dgm:chMax val="1"/>
          <dgm:chPref val="1"/>
        </dgm:presLayoutVars>
      </dgm:prSet>
      <dgm:spPr/>
    </dgm:pt>
    <dgm:pt modelId="{0EB736EC-E196-4B3D-8838-167D2DF91012}" type="pres">
      <dgm:prSet presAssocID="{47231DE6-8F11-470F-BFEF-8D096F83F108}" presName="sibTrans" presStyleCnt="0"/>
      <dgm:spPr/>
    </dgm:pt>
    <dgm:pt modelId="{FE1DFA77-843F-46AF-B508-48D19489133F}" type="pres">
      <dgm:prSet presAssocID="{5D42157C-CD73-439A-AE9D-D9C72DB5D27A}" presName="compNode" presStyleCnt="0"/>
      <dgm:spPr/>
    </dgm:pt>
    <dgm:pt modelId="{0B5F4DA6-6153-4BF8-BD04-252BEF6A2D3D}" type="pres">
      <dgm:prSet presAssocID="{5D42157C-CD73-439A-AE9D-D9C72DB5D27A}" presName="iconBgRect" presStyleLbl="bgShp" presStyleIdx="2" presStyleCnt="3"/>
      <dgm:spPr/>
    </dgm:pt>
    <dgm:pt modelId="{75A5D702-A6BF-4BA7-A7E6-A3DB6184D944}" type="pres">
      <dgm:prSet presAssocID="{5D42157C-CD73-439A-AE9D-D9C72DB5D27A}"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cales of Justice"/>
        </a:ext>
      </dgm:extLst>
    </dgm:pt>
    <dgm:pt modelId="{D853BA23-306A-4F67-B31E-FDE2D864FC5D}" type="pres">
      <dgm:prSet presAssocID="{5D42157C-CD73-439A-AE9D-D9C72DB5D27A}" presName="spaceRect" presStyleCnt="0"/>
      <dgm:spPr/>
    </dgm:pt>
    <dgm:pt modelId="{CF734BC9-9F08-4927-8E5E-AE981E1D28F6}" type="pres">
      <dgm:prSet presAssocID="{5D42157C-CD73-439A-AE9D-D9C72DB5D27A}" presName="textRect" presStyleLbl="revTx" presStyleIdx="2" presStyleCnt="3">
        <dgm:presLayoutVars>
          <dgm:chMax val="1"/>
          <dgm:chPref val="1"/>
        </dgm:presLayoutVars>
      </dgm:prSet>
      <dgm:spPr/>
    </dgm:pt>
  </dgm:ptLst>
  <dgm:cxnLst>
    <dgm:cxn modelId="{7A686108-EB4F-4027-8868-895C2ED3E8DA}" srcId="{DEA8934A-72C9-46F5-BF62-7CE17DB09AF9}" destId="{46E871C3-50CC-49B5-9FF7-E3746A175A54}" srcOrd="1" destOrd="0" parTransId="{911109BA-6576-4773-A0CA-8A775B04A8BB}" sibTransId="{47231DE6-8F11-470F-BFEF-8D096F83F108}"/>
    <dgm:cxn modelId="{14D4640C-3CC5-47EC-BA17-8B58B477D87B}" type="presOf" srcId="{2F3121CE-778E-46E2-B123-AFD5CA5B3B7A}" destId="{5062827A-C7D7-4B39-ADE8-4A03B67AC6C3}" srcOrd="0" destOrd="0" presId="urn:microsoft.com/office/officeart/2018/5/layout/IconCircleLabelList"/>
    <dgm:cxn modelId="{CA912B23-E65B-4932-9DEB-0D10FD943179}" srcId="{DEA8934A-72C9-46F5-BF62-7CE17DB09AF9}" destId="{5D42157C-CD73-439A-AE9D-D9C72DB5D27A}" srcOrd="2" destOrd="0" parTransId="{1A458806-07B4-4617-8B1B-F2994FC35015}" sibTransId="{22FD9D4E-EA83-4FFA-BBB4-FD3C14A38A4A}"/>
    <dgm:cxn modelId="{18109C4E-99B6-4539-A4C7-41950A9E9EA6}" type="presOf" srcId="{5D42157C-CD73-439A-AE9D-D9C72DB5D27A}" destId="{CF734BC9-9F08-4927-8E5E-AE981E1D28F6}" srcOrd="0" destOrd="0" presId="urn:microsoft.com/office/officeart/2018/5/layout/IconCircleLabelList"/>
    <dgm:cxn modelId="{BABABB6C-FEF6-45C9-9603-4A54D3E34241}" type="presOf" srcId="{DEA8934A-72C9-46F5-BF62-7CE17DB09AF9}" destId="{C44128C1-22EC-48EE-B675-CB24308101CA}" srcOrd="0" destOrd="0" presId="urn:microsoft.com/office/officeart/2018/5/layout/IconCircleLabelList"/>
    <dgm:cxn modelId="{EA09F082-9FDC-4FC2-AAF2-3EB698BFC74E}" srcId="{DEA8934A-72C9-46F5-BF62-7CE17DB09AF9}" destId="{2F3121CE-778E-46E2-B123-AFD5CA5B3B7A}" srcOrd="0" destOrd="0" parTransId="{B26B5E44-73F1-42FC-B17A-6EB6AB33D0BF}" sibTransId="{AEFB0002-40D4-4BA6-B5FF-DD9C588D9E1E}"/>
    <dgm:cxn modelId="{1D570CA5-72D8-4554-ABC3-31A1D6078E58}" type="presOf" srcId="{46E871C3-50CC-49B5-9FF7-E3746A175A54}" destId="{E691E50F-353C-4EF3-9AA1-95C88C376465}" srcOrd="0" destOrd="0" presId="urn:microsoft.com/office/officeart/2018/5/layout/IconCircleLabelList"/>
    <dgm:cxn modelId="{A51A4F78-EC0D-4179-91B4-3653EA5C0E8C}" type="presParOf" srcId="{C44128C1-22EC-48EE-B675-CB24308101CA}" destId="{6AC64F9B-960E-4BF2-9713-9D45B3D73AAF}" srcOrd="0" destOrd="0" presId="urn:microsoft.com/office/officeart/2018/5/layout/IconCircleLabelList"/>
    <dgm:cxn modelId="{94FF30AD-E9C6-4178-BFE5-3C7426693412}" type="presParOf" srcId="{6AC64F9B-960E-4BF2-9713-9D45B3D73AAF}" destId="{DE1C19A8-8078-4AB1-8D6E-3D914188BD8C}" srcOrd="0" destOrd="0" presId="urn:microsoft.com/office/officeart/2018/5/layout/IconCircleLabelList"/>
    <dgm:cxn modelId="{5872313E-8497-4F6D-9F96-9C70E0C3DAB6}" type="presParOf" srcId="{6AC64F9B-960E-4BF2-9713-9D45B3D73AAF}" destId="{6987ED95-C708-46A7-B9FC-D2C9C430576C}" srcOrd="1" destOrd="0" presId="urn:microsoft.com/office/officeart/2018/5/layout/IconCircleLabelList"/>
    <dgm:cxn modelId="{870C847D-E840-4915-8D69-46680CC5F042}" type="presParOf" srcId="{6AC64F9B-960E-4BF2-9713-9D45B3D73AAF}" destId="{0DDE5D14-6A71-4092-860A-AA076ADD689B}" srcOrd="2" destOrd="0" presId="urn:microsoft.com/office/officeart/2018/5/layout/IconCircleLabelList"/>
    <dgm:cxn modelId="{D36EE609-5804-476B-8E8B-7FEA7C1E90E5}" type="presParOf" srcId="{6AC64F9B-960E-4BF2-9713-9D45B3D73AAF}" destId="{5062827A-C7D7-4B39-ADE8-4A03B67AC6C3}" srcOrd="3" destOrd="0" presId="urn:microsoft.com/office/officeart/2018/5/layout/IconCircleLabelList"/>
    <dgm:cxn modelId="{689ECF97-9285-44F6-97AE-C168CE9E4B4C}" type="presParOf" srcId="{C44128C1-22EC-48EE-B675-CB24308101CA}" destId="{1AB0D922-6336-4AC7-89F0-4E84836E0516}" srcOrd="1" destOrd="0" presId="urn:microsoft.com/office/officeart/2018/5/layout/IconCircleLabelList"/>
    <dgm:cxn modelId="{95FD26B9-33F2-4EAF-A43F-0D2D6C1DA41F}" type="presParOf" srcId="{C44128C1-22EC-48EE-B675-CB24308101CA}" destId="{32AA9707-7260-4758-BC12-51A35092A9D8}" srcOrd="2" destOrd="0" presId="urn:microsoft.com/office/officeart/2018/5/layout/IconCircleLabelList"/>
    <dgm:cxn modelId="{CD759410-57AB-44F8-A13C-52E5932FE24E}" type="presParOf" srcId="{32AA9707-7260-4758-BC12-51A35092A9D8}" destId="{5A580BE0-2B3E-4A9B-9F96-A8009806B8EE}" srcOrd="0" destOrd="0" presId="urn:microsoft.com/office/officeart/2018/5/layout/IconCircleLabelList"/>
    <dgm:cxn modelId="{11D25015-677B-4118-9241-187961601207}" type="presParOf" srcId="{32AA9707-7260-4758-BC12-51A35092A9D8}" destId="{6A804B62-161E-4C2F-958F-077F94EB057E}" srcOrd="1" destOrd="0" presId="urn:microsoft.com/office/officeart/2018/5/layout/IconCircleLabelList"/>
    <dgm:cxn modelId="{F8FF6830-3918-441C-9B2B-8ED0F8969CD9}" type="presParOf" srcId="{32AA9707-7260-4758-BC12-51A35092A9D8}" destId="{56306C97-BE00-4733-88C4-8CA1BD053F5C}" srcOrd="2" destOrd="0" presId="urn:microsoft.com/office/officeart/2018/5/layout/IconCircleLabelList"/>
    <dgm:cxn modelId="{B67A3F1B-1043-4436-8998-6E8DE69C3B20}" type="presParOf" srcId="{32AA9707-7260-4758-BC12-51A35092A9D8}" destId="{E691E50F-353C-4EF3-9AA1-95C88C376465}" srcOrd="3" destOrd="0" presId="urn:microsoft.com/office/officeart/2018/5/layout/IconCircleLabelList"/>
    <dgm:cxn modelId="{7219607C-B3B8-41E7-9214-1CE56305F84B}" type="presParOf" srcId="{C44128C1-22EC-48EE-B675-CB24308101CA}" destId="{0EB736EC-E196-4B3D-8838-167D2DF91012}" srcOrd="3" destOrd="0" presId="urn:microsoft.com/office/officeart/2018/5/layout/IconCircleLabelList"/>
    <dgm:cxn modelId="{5186C85C-8B17-4DDB-8907-8D899068D6CA}" type="presParOf" srcId="{C44128C1-22EC-48EE-B675-CB24308101CA}" destId="{FE1DFA77-843F-46AF-B508-48D19489133F}" srcOrd="4" destOrd="0" presId="urn:microsoft.com/office/officeart/2018/5/layout/IconCircleLabelList"/>
    <dgm:cxn modelId="{96F45555-56D8-42EB-A635-0B765ADE766B}" type="presParOf" srcId="{FE1DFA77-843F-46AF-B508-48D19489133F}" destId="{0B5F4DA6-6153-4BF8-BD04-252BEF6A2D3D}" srcOrd="0" destOrd="0" presId="urn:microsoft.com/office/officeart/2018/5/layout/IconCircleLabelList"/>
    <dgm:cxn modelId="{23E8AAD6-0EF3-40A7-9310-748A4437102B}" type="presParOf" srcId="{FE1DFA77-843F-46AF-B508-48D19489133F}" destId="{75A5D702-A6BF-4BA7-A7E6-A3DB6184D944}" srcOrd="1" destOrd="0" presId="urn:microsoft.com/office/officeart/2018/5/layout/IconCircleLabelList"/>
    <dgm:cxn modelId="{449B29B9-BA9E-48FD-9069-F713FE78810A}" type="presParOf" srcId="{FE1DFA77-843F-46AF-B508-48D19489133F}" destId="{D853BA23-306A-4F67-B31E-FDE2D864FC5D}" srcOrd="2" destOrd="0" presId="urn:microsoft.com/office/officeart/2018/5/layout/IconCircleLabelList"/>
    <dgm:cxn modelId="{42335213-2AC9-43AE-A186-A1833AAE2348}" type="presParOf" srcId="{FE1DFA77-843F-46AF-B508-48D19489133F}" destId="{CF734BC9-9F08-4927-8E5E-AE981E1D28F6}" srcOrd="3" destOrd="0" presId="urn:microsoft.com/office/officeart/2018/5/layout/IconCircleLabel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DAF74B8C-7920-4AC5-899E-472DCEB1C3C7}" type="doc">
      <dgm:prSet loTypeId="urn:microsoft.com/office/officeart/2005/8/layout/hierarchy3" loCatId="hierarchy" qsTypeId="urn:microsoft.com/office/officeart/2005/8/quickstyle/simple1" qsCatId="simple" csTypeId="urn:microsoft.com/office/officeart/2005/8/colors/colorful2" csCatId="colorful"/>
      <dgm:spPr/>
      <dgm:t>
        <a:bodyPr/>
        <a:lstStyle/>
        <a:p>
          <a:endParaRPr lang="en-US"/>
        </a:p>
      </dgm:t>
    </dgm:pt>
    <dgm:pt modelId="{152F3628-2789-4A93-B2E2-CA47B81D78D2}">
      <dgm:prSet/>
      <dgm:spPr/>
      <dgm:t>
        <a:bodyPr/>
        <a:lstStyle/>
        <a:p>
          <a:r>
            <a:rPr lang="en-US"/>
            <a:t>Hypothesis supported</a:t>
          </a:r>
        </a:p>
      </dgm:t>
    </dgm:pt>
    <dgm:pt modelId="{D9F84D63-B5F6-44B8-8B07-34E3BA4B59C9}" type="parTrans" cxnId="{11E9CA9D-CE86-4F60-9C9B-EE14370E898A}">
      <dgm:prSet/>
      <dgm:spPr/>
      <dgm:t>
        <a:bodyPr/>
        <a:lstStyle/>
        <a:p>
          <a:endParaRPr lang="en-US"/>
        </a:p>
      </dgm:t>
    </dgm:pt>
    <dgm:pt modelId="{06A8F04A-F7E5-4C1F-854B-4F8ABCAA3034}" type="sibTrans" cxnId="{11E9CA9D-CE86-4F60-9C9B-EE14370E898A}">
      <dgm:prSet/>
      <dgm:spPr/>
      <dgm:t>
        <a:bodyPr/>
        <a:lstStyle/>
        <a:p>
          <a:endParaRPr lang="en-US"/>
        </a:p>
      </dgm:t>
    </dgm:pt>
    <dgm:pt modelId="{7CEC4EB5-B515-4CA0-9530-25183199BD2D}">
      <dgm:prSet/>
      <dgm:spPr/>
      <dgm:t>
        <a:bodyPr/>
        <a:lstStyle/>
        <a:p>
          <a:r>
            <a:rPr lang="en-US"/>
            <a:t>Testing slows case growth</a:t>
          </a:r>
        </a:p>
      </dgm:t>
    </dgm:pt>
    <dgm:pt modelId="{597D0B06-AA7D-41EE-A6BA-80876275AF77}" type="parTrans" cxnId="{0B978322-ADEF-4343-8B47-63E20CDF18BE}">
      <dgm:prSet/>
      <dgm:spPr/>
      <dgm:t>
        <a:bodyPr/>
        <a:lstStyle/>
        <a:p>
          <a:endParaRPr lang="en-US"/>
        </a:p>
      </dgm:t>
    </dgm:pt>
    <dgm:pt modelId="{E97C5CD0-5F73-46BA-89F6-CCB444D73918}" type="sibTrans" cxnId="{0B978322-ADEF-4343-8B47-63E20CDF18BE}">
      <dgm:prSet/>
      <dgm:spPr/>
      <dgm:t>
        <a:bodyPr/>
        <a:lstStyle/>
        <a:p>
          <a:endParaRPr lang="en-US"/>
        </a:p>
      </dgm:t>
    </dgm:pt>
    <dgm:pt modelId="{3BF9EB18-7060-46E1-A23E-CD3712D65010}">
      <dgm:prSet/>
      <dgm:spPr/>
      <dgm:t>
        <a:bodyPr/>
        <a:lstStyle/>
        <a:p>
          <a:r>
            <a:rPr lang="en-US"/>
            <a:t>Timing matters (7–14 days)</a:t>
          </a:r>
        </a:p>
      </dgm:t>
    </dgm:pt>
    <dgm:pt modelId="{37A15785-A979-4BF5-885A-9BEB7275D783}" type="parTrans" cxnId="{C879ED11-E3E1-4A40-B54C-4C73077536EE}">
      <dgm:prSet/>
      <dgm:spPr/>
      <dgm:t>
        <a:bodyPr/>
        <a:lstStyle/>
        <a:p>
          <a:endParaRPr lang="en-US"/>
        </a:p>
      </dgm:t>
    </dgm:pt>
    <dgm:pt modelId="{418BCF22-7E65-4D75-9A4D-1336D6E260C4}" type="sibTrans" cxnId="{C879ED11-E3E1-4A40-B54C-4C73077536EE}">
      <dgm:prSet/>
      <dgm:spPr/>
      <dgm:t>
        <a:bodyPr/>
        <a:lstStyle/>
        <a:p>
          <a:endParaRPr lang="en-US"/>
        </a:p>
      </dgm:t>
    </dgm:pt>
    <dgm:pt modelId="{57440FD5-5180-EB41-AFDE-68363F8D010D}" type="pres">
      <dgm:prSet presAssocID="{DAF74B8C-7920-4AC5-899E-472DCEB1C3C7}" presName="diagram" presStyleCnt="0">
        <dgm:presLayoutVars>
          <dgm:chPref val="1"/>
          <dgm:dir/>
          <dgm:animOne val="branch"/>
          <dgm:animLvl val="lvl"/>
          <dgm:resizeHandles/>
        </dgm:presLayoutVars>
      </dgm:prSet>
      <dgm:spPr/>
    </dgm:pt>
    <dgm:pt modelId="{3E10495F-56C6-074E-97F5-24413A26D9FB}" type="pres">
      <dgm:prSet presAssocID="{152F3628-2789-4A93-B2E2-CA47B81D78D2}" presName="root" presStyleCnt="0"/>
      <dgm:spPr/>
    </dgm:pt>
    <dgm:pt modelId="{DD30A411-4265-BB48-853D-B2DE9E71EB66}" type="pres">
      <dgm:prSet presAssocID="{152F3628-2789-4A93-B2E2-CA47B81D78D2}" presName="rootComposite" presStyleCnt="0"/>
      <dgm:spPr/>
    </dgm:pt>
    <dgm:pt modelId="{3E4B3F56-85B6-F048-BD22-0288F67091D5}" type="pres">
      <dgm:prSet presAssocID="{152F3628-2789-4A93-B2E2-CA47B81D78D2}" presName="rootText" presStyleLbl="node1" presStyleIdx="0" presStyleCnt="3"/>
      <dgm:spPr/>
    </dgm:pt>
    <dgm:pt modelId="{EDD30189-71E5-8848-A63C-EEA2E92462D0}" type="pres">
      <dgm:prSet presAssocID="{152F3628-2789-4A93-B2E2-CA47B81D78D2}" presName="rootConnector" presStyleLbl="node1" presStyleIdx="0" presStyleCnt="3"/>
      <dgm:spPr/>
    </dgm:pt>
    <dgm:pt modelId="{96440021-9773-B049-8671-3C66E3D77400}" type="pres">
      <dgm:prSet presAssocID="{152F3628-2789-4A93-B2E2-CA47B81D78D2}" presName="childShape" presStyleCnt="0"/>
      <dgm:spPr/>
    </dgm:pt>
    <dgm:pt modelId="{12D22C8C-EC77-0848-80C8-1059A93DE067}" type="pres">
      <dgm:prSet presAssocID="{7CEC4EB5-B515-4CA0-9530-25183199BD2D}" presName="root" presStyleCnt="0"/>
      <dgm:spPr/>
    </dgm:pt>
    <dgm:pt modelId="{79D74673-947A-924E-84B0-747030F883D5}" type="pres">
      <dgm:prSet presAssocID="{7CEC4EB5-B515-4CA0-9530-25183199BD2D}" presName="rootComposite" presStyleCnt="0"/>
      <dgm:spPr/>
    </dgm:pt>
    <dgm:pt modelId="{A8425B9D-E750-2A4E-9AF8-69A7601537C2}" type="pres">
      <dgm:prSet presAssocID="{7CEC4EB5-B515-4CA0-9530-25183199BD2D}" presName="rootText" presStyleLbl="node1" presStyleIdx="1" presStyleCnt="3"/>
      <dgm:spPr/>
    </dgm:pt>
    <dgm:pt modelId="{1E139315-FB9E-4F49-8925-BED55345EFF4}" type="pres">
      <dgm:prSet presAssocID="{7CEC4EB5-B515-4CA0-9530-25183199BD2D}" presName="rootConnector" presStyleLbl="node1" presStyleIdx="1" presStyleCnt="3"/>
      <dgm:spPr/>
    </dgm:pt>
    <dgm:pt modelId="{8078F10A-ACF1-834A-987D-2B85367D6B8D}" type="pres">
      <dgm:prSet presAssocID="{7CEC4EB5-B515-4CA0-9530-25183199BD2D}" presName="childShape" presStyleCnt="0"/>
      <dgm:spPr/>
    </dgm:pt>
    <dgm:pt modelId="{58F5863A-62DD-7743-9A3B-23B7078B231C}" type="pres">
      <dgm:prSet presAssocID="{3BF9EB18-7060-46E1-A23E-CD3712D65010}" presName="root" presStyleCnt="0"/>
      <dgm:spPr/>
    </dgm:pt>
    <dgm:pt modelId="{294CBE54-5F0E-554E-86D9-E5431451F0CA}" type="pres">
      <dgm:prSet presAssocID="{3BF9EB18-7060-46E1-A23E-CD3712D65010}" presName="rootComposite" presStyleCnt="0"/>
      <dgm:spPr/>
    </dgm:pt>
    <dgm:pt modelId="{D81EFF0B-F139-A945-B4C3-2C753485C54F}" type="pres">
      <dgm:prSet presAssocID="{3BF9EB18-7060-46E1-A23E-CD3712D65010}" presName="rootText" presStyleLbl="node1" presStyleIdx="2" presStyleCnt="3"/>
      <dgm:spPr/>
    </dgm:pt>
    <dgm:pt modelId="{166C6DE2-7169-B640-85B3-DFE265657DA6}" type="pres">
      <dgm:prSet presAssocID="{3BF9EB18-7060-46E1-A23E-CD3712D65010}" presName="rootConnector" presStyleLbl="node1" presStyleIdx="2" presStyleCnt="3"/>
      <dgm:spPr/>
    </dgm:pt>
    <dgm:pt modelId="{89476B4A-5A92-EC47-B8EB-20CD757DA297}" type="pres">
      <dgm:prSet presAssocID="{3BF9EB18-7060-46E1-A23E-CD3712D65010}" presName="childShape" presStyleCnt="0"/>
      <dgm:spPr/>
    </dgm:pt>
  </dgm:ptLst>
  <dgm:cxnLst>
    <dgm:cxn modelId="{C879ED11-E3E1-4A40-B54C-4C73077536EE}" srcId="{DAF74B8C-7920-4AC5-899E-472DCEB1C3C7}" destId="{3BF9EB18-7060-46E1-A23E-CD3712D65010}" srcOrd="2" destOrd="0" parTransId="{37A15785-A979-4BF5-885A-9BEB7275D783}" sibTransId="{418BCF22-7E65-4D75-9A4D-1336D6E260C4}"/>
    <dgm:cxn modelId="{0B978322-ADEF-4343-8B47-63E20CDF18BE}" srcId="{DAF74B8C-7920-4AC5-899E-472DCEB1C3C7}" destId="{7CEC4EB5-B515-4CA0-9530-25183199BD2D}" srcOrd="1" destOrd="0" parTransId="{597D0B06-AA7D-41EE-A6BA-80876275AF77}" sibTransId="{E97C5CD0-5F73-46BA-89F6-CCB444D73918}"/>
    <dgm:cxn modelId="{0A949351-0C75-1040-9650-F0E4EBFDC421}" type="presOf" srcId="{3BF9EB18-7060-46E1-A23E-CD3712D65010}" destId="{166C6DE2-7169-B640-85B3-DFE265657DA6}" srcOrd="1" destOrd="0" presId="urn:microsoft.com/office/officeart/2005/8/layout/hierarchy3"/>
    <dgm:cxn modelId="{34F4CD5F-B3AC-CA4E-BD85-413958340F7A}" type="presOf" srcId="{3BF9EB18-7060-46E1-A23E-CD3712D65010}" destId="{D81EFF0B-F139-A945-B4C3-2C753485C54F}" srcOrd="0" destOrd="0" presId="urn:microsoft.com/office/officeart/2005/8/layout/hierarchy3"/>
    <dgm:cxn modelId="{11E9CA9D-CE86-4F60-9C9B-EE14370E898A}" srcId="{DAF74B8C-7920-4AC5-899E-472DCEB1C3C7}" destId="{152F3628-2789-4A93-B2E2-CA47B81D78D2}" srcOrd="0" destOrd="0" parTransId="{D9F84D63-B5F6-44B8-8B07-34E3BA4B59C9}" sibTransId="{06A8F04A-F7E5-4C1F-854B-4F8ABCAA3034}"/>
    <dgm:cxn modelId="{855E05A1-40AF-224A-9077-2A2C2E400676}" type="presOf" srcId="{DAF74B8C-7920-4AC5-899E-472DCEB1C3C7}" destId="{57440FD5-5180-EB41-AFDE-68363F8D010D}" srcOrd="0" destOrd="0" presId="urn:microsoft.com/office/officeart/2005/8/layout/hierarchy3"/>
    <dgm:cxn modelId="{64CD26C1-9AD3-C941-94DA-85BCB9B0CEFE}" type="presOf" srcId="{7CEC4EB5-B515-4CA0-9530-25183199BD2D}" destId="{A8425B9D-E750-2A4E-9AF8-69A7601537C2}" srcOrd="0" destOrd="0" presId="urn:microsoft.com/office/officeart/2005/8/layout/hierarchy3"/>
    <dgm:cxn modelId="{38AD30C4-7D86-3747-B311-B7763504FEB0}" type="presOf" srcId="{7CEC4EB5-B515-4CA0-9530-25183199BD2D}" destId="{1E139315-FB9E-4F49-8925-BED55345EFF4}" srcOrd="1" destOrd="0" presId="urn:microsoft.com/office/officeart/2005/8/layout/hierarchy3"/>
    <dgm:cxn modelId="{75F3D1E1-145B-5748-AABD-985AD905B0D0}" type="presOf" srcId="{152F3628-2789-4A93-B2E2-CA47B81D78D2}" destId="{3E4B3F56-85B6-F048-BD22-0288F67091D5}" srcOrd="0" destOrd="0" presId="urn:microsoft.com/office/officeart/2005/8/layout/hierarchy3"/>
    <dgm:cxn modelId="{0116F8EA-649A-8040-A57C-6A2199457FF4}" type="presOf" srcId="{152F3628-2789-4A93-B2E2-CA47B81D78D2}" destId="{EDD30189-71E5-8848-A63C-EEA2E92462D0}" srcOrd="1" destOrd="0" presId="urn:microsoft.com/office/officeart/2005/8/layout/hierarchy3"/>
    <dgm:cxn modelId="{9737DE7D-5AF4-AD49-9549-CD8012702B09}" type="presParOf" srcId="{57440FD5-5180-EB41-AFDE-68363F8D010D}" destId="{3E10495F-56C6-074E-97F5-24413A26D9FB}" srcOrd="0" destOrd="0" presId="urn:microsoft.com/office/officeart/2005/8/layout/hierarchy3"/>
    <dgm:cxn modelId="{69C979C3-0D8A-2E45-A869-87851F0399B5}" type="presParOf" srcId="{3E10495F-56C6-074E-97F5-24413A26D9FB}" destId="{DD30A411-4265-BB48-853D-B2DE9E71EB66}" srcOrd="0" destOrd="0" presId="urn:microsoft.com/office/officeart/2005/8/layout/hierarchy3"/>
    <dgm:cxn modelId="{7752E27F-587F-354D-8208-B9F7310A8AB7}" type="presParOf" srcId="{DD30A411-4265-BB48-853D-B2DE9E71EB66}" destId="{3E4B3F56-85B6-F048-BD22-0288F67091D5}" srcOrd="0" destOrd="0" presId="urn:microsoft.com/office/officeart/2005/8/layout/hierarchy3"/>
    <dgm:cxn modelId="{D3BDE119-10FA-EA49-9F7C-3F7CAC52D8E5}" type="presParOf" srcId="{DD30A411-4265-BB48-853D-B2DE9E71EB66}" destId="{EDD30189-71E5-8848-A63C-EEA2E92462D0}" srcOrd="1" destOrd="0" presId="urn:microsoft.com/office/officeart/2005/8/layout/hierarchy3"/>
    <dgm:cxn modelId="{704DB2E9-5969-CB45-B4D4-196EBE392B49}" type="presParOf" srcId="{3E10495F-56C6-074E-97F5-24413A26D9FB}" destId="{96440021-9773-B049-8671-3C66E3D77400}" srcOrd="1" destOrd="0" presId="urn:microsoft.com/office/officeart/2005/8/layout/hierarchy3"/>
    <dgm:cxn modelId="{FAEA4E1B-2F7B-B942-9C67-8783C1CE0F9D}" type="presParOf" srcId="{57440FD5-5180-EB41-AFDE-68363F8D010D}" destId="{12D22C8C-EC77-0848-80C8-1059A93DE067}" srcOrd="1" destOrd="0" presId="urn:microsoft.com/office/officeart/2005/8/layout/hierarchy3"/>
    <dgm:cxn modelId="{8CE91FB3-FA15-2343-B2CD-9E098AFE6ED1}" type="presParOf" srcId="{12D22C8C-EC77-0848-80C8-1059A93DE067}" destId="{79D74673-947A-924E-84B0-747030F883D5}" srcOrd="0" destOrd="0" presId="urn:microsoft.com/office/officeart/2005/8/layout/hierarchy3"/>
    <dgm:cxn modelId="{8FF50D44-CB01-834E-B38E-6BCBE5A44442}" type="presParOf" srcId="{79D74673-947A-924E-84B0-747030F883D5}" destId="{A8425B9D-E750-2A4E-9AF8-69A7601537C2}" srcOrd="0" destOrd="0" presId="urn:microsoft.com/office/officeart/2005/8/layout/hierarchy3"/>
    <dgm:cxn modelId="{1097E27A-9763-704D-80A9-480BF8E7C62E}" type="presParOf" srcId="{79D74673-947A-924E-84B0-747030F883D5}" destId="{1E139315-FB9E-4F49-8925-BED55345EFF4}" srcOrd="1" destOrd="0" presId="urn:microsoft.com/office/officeart/2005/8/layout/hierarchy3"/>
    <dgm:cxn modelId="{62F2B4FD-3779-D642-98B6-CCBBDA063DCD}" type="presParOf" srcId="{12D22C8C-EC77-0848-80C8-1059A93DE067}" destId="{8078F10A-ACF1-834A-987D-2B85367D6B8D}" srcOrd="1" destOrd="0" presId="urn:microsoft.com/office/officeart/2005/8/layout/hierarchy3"/>
    <dgm:cxn modelId="{4B1D28C7-596A-234F-885F-3B6EE0EFD8A8}" type="presParOf" srcId="{57440FD5-5180-EB41-AFDE-68363F8D010D}" destId="{58F5863A-62DD-7743-9A3B-23B7078B231C}" srcOrd="2" destOrd="0" presId="urn:microsoft.com/office/officeart/2005/8/layout/hierarchy3"/>
    <dgm:cxn modelId="{429C97AA-0407-D447-A730-2E3FE9A8BD31}" type="presParOf" srcId="{58F5863A-62DD-7743-9A3B-23B7078B231C}" destId="{294CBE54-5F0E-554E-86D9-E5431451F0CA}" srcOrd="0" destOrd="0" presId="urn:microsoft.com/office/officeart/2005/8/layout/hierarchy3"/>
    <dgm:cxn modelId="{65BBC320-E931-8244-9A70-BCDDBE116C8B}" type="presParOf" srcId="{294CBE54-5F0E-554E-86D9-E5431451F0CA}" destId="{D81EFF0B-F139-A945-B4C3-2C753485C54F}" srcOrd="0" destOrd="0" presId="urn:microsoft.com/office/officeart/2005/8/layout/hierarchy3"/>
    <dgm:cxn modelId="{B8F10822-8454-D24B-A44E-91EF53A443FD}" type="presParOf" srcId="{294CBE54-5F0E-554E-86D9-E5431451F0CA}" destId="{166C6DE2-7169-B640-85B3-DFE265657DA6}" srcOrd="1" destOrd="0" presId="urn:microsoft.com/office/officeart/2005/8/layout/hierarchy3"/>
    <dgm:cxn modelId="{49A8F074-D62A-6348-9873-6FF648ABBDDD}" type="presParOf" srcId="{58F5863A-62DD-7743-9A3B-23B7078B231C}" destId="{89476B4A-5A92-EC47-B8EB-20CD757DA297}" srcOrd="1" destOrd="0" presId="urn:microsoft.com/office/officeart/2005/8/layout/hierarchy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03664FE7-CE21-4A3D-A865-59B42C768EA0}"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737B4A12-CE7F-4F3B-9071-CDC887AA3658}">
      <dgm:prSet/>
      <dgm:spPr/>
      <dgm:t>
        <a:bodyPr/>
        <a:lstStyle/>
        <a:p>
          <a:r>
            <a:rPr lang="en-US"/>
            <a:t>Add more health-system variables</a:t>
          </a:r>
        </a:p>
      </dgm:t>
    </dgm:pt>
    <dgm:pt modelId="{72E2DE35-C067-450E-BFAC-67329E464DB6}" type="parTrans" cxnId="{567BCF82-E376-4912-897C-C50047F290CA}">
      <dgm:prSet/>
      <dgm:spPr/>
      <dgm:t>
        <a:bodyPr/>
        <a:lstStyle/>
        <a:p>
          <a:endParaRPr lang="en-US"/>
        </a:p>
      </dgm:t>
    </dgm:pt>
    <dgm:pt modelId="{13497034-CDD5-4F6A-9CC2-9D938744AFE1}" type="sibTrans" cxnId="{567BCF82-E376-4912-897C-C50047F290CA}">
      <dgm:prSet/>
      <dgm:spPr/>
      <dgm:t>
        <a:bodyPr/>
        <a:lstStyle/>
        <a:p>
          <a:endParaRPr lang="en-US"/>
        </a:p>
      </dgm:t>
    </dgm:pt>
    <dgm:pt modelId="{6058DB15-E4B0-4402-8C6C-2FCD8038F10E}">
      <dgm:prSet/>
      <dgm:spPr/>
      <dgm:t>
        <a:bodyPr/>
        <a:lstStyle/>
        <a:p>
          <a:r>
            <a:rPr lang="en-US"/>
            <a:t>Use advanced causal inference</a:t>
          </a:r>
        </a:p>
      </dgm:t>
    </dgm:pt>
    <dgm:pt modelId="{08E07E62-1537-4174-BC50-7B9EBF970721}" type="parTrans" cxnId="{C7EFB8C9-0B52-45E2-AA38-20C5379112BA}">
      <dgm:prSet/>
      <dgm:spPr/>
      <dgm:t>
        <a:bodyPr/>
        <a:lstStyle/>
        <a:p>
          <a:endParaRPr lang="en-US"/>
        </a:p>
      </dgm:t>
    </dgm:pt>
    <dgm:pt modelId="{60ECBAC3-707E-4648-B772-721D4804DA8F}" type="sibTrans" cxnId="{C7EFB8C9-0B52-45E2-AA38-20C5379112BA}">
      <dgm:prSet/>
      <dgm:spPr/>
      <dgm:t>
        <a:bodyPr/>
        <a:lstStyle/>
        <a:p>
          <a:endParaRPr lang="en-US"/>
        </a:p>
      </dgm:t>
    </dgm:pt>
    <dgm:pt modelId="{E9E1FBE2-4D48-478F-9DDE-7C9898C32FBE}">
      <dgm:prSet/>
      <dgm:spPr/>
      <dgm:t>
        <a:bodyPr/>
        <a:lstStyle/>
        <a:p>
          <a:r>
            <a:rPr lang="en-US"/>
            <a:t>Integrate real-time dashboards</a:t>
          </a:r>
        </a:p>
      </dgm:t>
    </dgm:pt>
    <dgm:pt modelId="{D337C530-0365-48C5-BCF0-E620D7AC87D8}" type="parTrans" cxnId="{AA1A1870-C6E7-4640-8C98-0971A0283849}">
      <dgm:prSet/>
      <dgm:spPr/>
      <dgm:t>
        <a:bodyPr/>
        <a:lstStyle/>
        <a:p>
          <a:endParaRPr lang="en-US"/>
        </a:p>
      </dgm:t>
    </dgm:pt>
    <dgm:pt modelId="{67E30137-0C5C-43FC-8707-949264677E60}" type="sibTrans" cxnId="{AA1A1870-C6E7-4640-8C98-0971A0283849}">
      <dgm:prSet/>
      <dgm:spPr/>
      <dgm:t>
        <a:bodyPr/>
        <a:lstStyle/>
        <a:p>
          <a:endParaRPr lang="en-US"/>
        </a:p>
      </dgm:t>
    </dgm:pt>
    <dgm:pt modelId="{E6E4A8FF-63E9-4940-A180-F024A24CDA5B}" type="pres">
      <dgm:prSet presAssocID="{03664FE7-CE21-4A3D-A865-59B42C768EA0}" presName="root" presStyleCnt="0">
        <dgm:presLayoutVars>
          <dgm:dir/>
          <dgm:resizeHandles val="exact"/>
        </dgm:presLayoutVars>
      </dgm:prSet>
      <dgm:spPr/>
    </dgm:pt>
    <dgm:pt modelId="{959240A0-352E-4E60-AD0B-B6298A5ECA74}" type="pres">
      <dgm:prSet presAssocID="{737B4A12-CE7F-4F3B-9071-CDC887AA3658}" presName="compNode" presStyleCnt="0"/>
      <dgm:spPr/>
    </dgm:pt>
    <dgm:pt modelId="{D582B1C7-4C1F-4634-A3AA-736F3F194CAB}" type="pres">
      <dgm:prSet presAssocID="{737B4A12-CE7F-4F3B-9071-CDC887AA3658}"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ethoscope"/>
        </a:ext>
      </dgm:extLst>
    </dgm:pt>
    <dgm:pt modelId="{EE8FB7E3-D20F-449B-B614-6D1A4B7EF1E0}" type="pres">
      <dgm:prSet presAssocID="{737B4A12-CE7F-4F3B-9071-CDC887AA3658}" presName="spaceRect" presStyleCnt="0"/>
      <dgm:spPr/>
    </dgm:pt>
    <dgm:pt modelId="{42E4D494-34EA-4681-A238-6B28411ECD26}" type="pres">
      <dgm:prSet presAssocID="{737B4A12-CE7F-4F3B-9071-CDC887AA3658}" presName="textRect" presStyleLbl="revTx" presStyleIdx="0" presStyleCnt="3">
        <dgm:presLayoutVars>
          <dgm:chMax val="1"/>
          <dgm:chPref val="1"/>
        </dgm:presLayoutVars>
      </dgm:prSet>
      <dgm:spPr/>
    </dgm:pt>
    <dgm:pt modelId="{15A2994E-5681-4A71-B308-CEB284571ED7}" type="pres">
      <dgm:prSet presAssocID="{13497034-CDD5-4F6A-9CC2-9D938744AFE1}" presName="sibTrans" presStyleCnt="0"/>
      <dgm:spPr/>
    </dgm:pt>
    <dgm:pt modelId="{048DED17-2B5F-4473-B512-D42F0CF94248}" type="pres">
      <dgm:prSet presAssocID="{6058DB15-E4B0-4402-8C6C-2FCD8038F10E}" presName="compNode" presStyleCnt="0"/>
      <dgm:spPr/>
    </dgm:pt>
    <dgm:pt modelId="{43793E5E-883C-400C-B8BA-18FC37D08E7A}" type="pres">
      <dgm:prSet presAssocID="{6058DB15-E4B0-4402-8C6C-2FCD8038F10E}"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F3E84138-CB20-4842-9FA9-FD1D150C881C}" type="pres">
      <dgm:prSet presAssocID="{6058DB15-E4B0-4402-8C6C-2FCD8038F10E}" presName="spaceRect" presStyleCnt="0"/>
      <dgm:spPr/>
    </dgm:pt>
    <dgm:pt modelId="{B9667C2C-490D-47BF-8E0D-13ABA0521DF0}" type="pres">
      <dgm:prSet presAssocID="{6058DB15-E4B0-4402-8C6C-2FCD8038F10E}" presName="textRect" presStyleLbl="revTx" presStyleIdx="1" presStyleCnt="3">
        <dgm:presLayoutVars>
          <dgm:chMax val="1"/>
          <dgm:chPref val="1"/>
        </dgm:presLayoutVars>
      </dgm:prSet>
      <dgm:spPr/>
    </dgm:pt>
    <dgm:pt modelId="{AF76E727-A989-49CD-850B-19E2425443DA}" type="pres">
      <dgm:prSet presAssocID="{60ECBAC3-707E-4648-B772-721D4804DA8F}" presName="sibTrans" presStyleCnt="0"/>
      <dgm:spPr/>
    </dgm:pt>
    <dgm:pt modelId="{ABEC3140-59FF-41A2-BB2C-E345328378D3}" type="pres">
      <dgm:prSet presAssocID="{E9E1FBE2-4D48-478F-9DDE-7C9898C32FBE}" presName="compNode" presStyleCnt="0"/>
      <dgm:spPr/>
    </dgm:pt>
    <dgm:pt modelId="{5FE9D2F2-C38C-468F-A068-844D35A10A6A}" type="pres">
      <dgm:prSet presAssocID="{E9E1FBE2-4D48-478F-9DDE-7C9898C32FB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auge"/>
        </a:ext>
      </dgm:extLst>
    </dgm:pt>
    <dgm:pt modelId="{462E91A3-6221-491D-9CC0-4F0868DD4B31}" type="pres">
      <dgm:prSet presAssocID="{E9E1FBE2-4D48-478F-9DDE-7C9898C32FBE}" presName="spaceRect" presStyleCnt="0"/>
      <dgm:spPr/>
    </dgm:pt>
    <dgm:pt modelId="{70DE90FA-3627-471B-BE0A-D0191ACD69F0}" type="pres">
      <dgm:prSet presAssocID="{E9E1FBE2-4D48-478F-9DDE-7C9898C32FBE}" presName="textRect" presStyleLbl="revTx" presStyleIdx="2" presStyleCnt="3">
        <dgm:presLayoutVars>
          <dgm:chMax val="1"/>
          <dgm:chPref val="1"/>
        </dgm:presLayoutVars>
      </dgm:prSet>
      <dgm:spPr/>
    </dgm:pt>
  </dgm:ptLst>
  <dgm:cxnLst>
    <dgm:cxn modelId="{5FBF2F1A-0A56-4B85-80DA-9852C27FBE45}" type="presOf" srcId="{03664FE7-CE21-4A3D-A865-59B42C768EA0}" destId="{E6E4A8FF-63E9-4940-A180-F024A24CDA5B}" srcOrd="0" destOrd="0" presId="urn:microsoft.com/office/officeart/2018/2/layout/IconLabelList"/>
    <dgm:cxn modelId="{E6AE4567-07DC-4DFB-9A9B-A922660A0975}" type="presOf" srcId="{737B4A12-CE7F-4F3B-9071-CDC887AA3658}" destId="{42E4D494-34EA-4681-A238-6B28411ECD26}" srcOrd="0" destOrd="0" presId="urn:microsoft.com/office/officeart/2018/2/layout/IconLabelList"/>
    <dgm:cxn modelId="{AA1A1870-C6E7-4640-8C98-0971A0283849}" srcId="{03664FE7-CE21-4A3D-A865-59B42C768EA0}" destId="{E9E1FBE2-4D48-478F-9DDE-7C9898C32FBE}" srcOrd="2" destOrd="0" parTransId="{D337C530-0365-48C5-BCF0-E620D7AC87D8}" sibTransId="{67E30137-0C5C-43FC-8707-949264677E60}"/>
    <dgm:cxn modelId="{567BCF82-E376-4912-897C-C50047F290CA}" srcId="{03664FE7-CE21-4A3D-A865-59B42C768EA0}" destId="{737B4A12-CE7F-4F3B-9071-CDC887AA3658}" srcOrd="0" destOrd="0" parTransId="{72E2DE35-C067-450E-BFAC-67329E464DB6}" sibTransId="{13497034-CDD5-4F6A-9CC2-9D938744AFE1}"/>
    <dgm:cxn modelId="{D2FCBAA0-231E-487F-B6B8-8CDBAD166181}" type="presOf" srcId="{6058DB15-E4B0-4402-8C6C-2FCD8038F10E}" destId="{B9667C2C-490D-47BF-8E0D-13ABA0521DF0}" srcOrd="0" destOrd="0" presId="urn:microsoft.com/office/officeart/2018/2/layout/IconLabelList"/>
    <dgm:cxn modelId="{C7EFB8C9-0B52-45E2-AA38-20C5379112BA}" srcId="{03664FE7-CE21-4A3D-A865-59B42C768EA0}" destId="{6058DB15-E4B0-4402-8C6C-2FCD8038F10E}" srcOrd="1" destOrd="0" parTransId="{08E07E62-1537-4174-BC50-7B9EBF970721}" sibTransId="{60ECBAC3-707E-4648-B772-721D4804DA8F}"/>
    <dgm:cxn modelId="{70D74AFF-8163-45F5-8D67-60A4A4C0C770}" type="presOf" srcId="{E9E1FBE2-4D48-478F-9DDE-7C9898C32FBE}" destId="{70DE90FA-3627-471B-BE0A-D0191ACD69F0}" srcOrd="0" destOrd="0" presId="urn:microsoft.com/office/officeart/2018/2/layout/IconLabelList"/>
    <dgm:cxn modelId="{4A9210F8-4C56-4069-839D-7054DD47339A}" type="presParOf" srcId="{E6E4A8FF-63E9-4940-A180-F024A24CDA5B}" destId="{959240A0-352E-4E60-AD0B-B6298A5ECA74}" srcOrd="0" destOrd="0" presId="urn:microsoft.com/office/officeart/2018/2/layout/IconLabelList"/>
    <dgm:cxn modelId="{156645DF-CA73-46CF-8A20-E2ED844628A9}" type="presParOf" srcId="{959240A0-352E-4E60-AD0B-B6298A5ECA74}" destId="{D582B1C7-4C1F-4634-A3AA-736F3F194CAB}" srcOrd="0" destOrd="0" presId="urn:microsoft.com/office/officeart/2018/2/layout/IconLabelList"/>
    <dgm:cxn modelId="{8B9434E5-B773-4FAD-861A-86F63795D218}" type="presParOf" srcId="{959240A0-352E-4E60-AD0B-B6298A5ECA74}" destId="{EE8FB7E3-D20F-449B-B614-6D1A4B7EF1E0}" srcOrd="1" destOrd="0" presId="urn:microsoft.com/office/officeart/2018/2/layout/IconLabelList"/>
    <dgm:cxn modelId="{F7C59279-0293-4F54-A039-F8BBBB9C429C}" type="presParOf" srcId="{959240A0-352E-4E60-AD0B-B6298A5ECA74}" destId="{42E4D494-34EA-4681-A238-6B28411ECD26}" srcOrd="2" destOrd="0" presId="urn:microsoft.com/office/officeart/2018/2/layout/IconLabelList"/>
    <dgm:cxn modelId="{D84C926E-8C2A-4F5F-96B4-2B536919F112}" type="presParOf" srcId="{E6E4A8FF-63E9-4940-A180-F024A24CDA5B}" destId="{15A2994E-5681-4A71-B308-CEB284571ED7}" srcOrd="1" destOrd="0" presId="urn:microsoft.com/office/officeart/2018/2/layout/IconLabelList"/>
    <dgm:cxn modelId="{7E2B7B1D-DC70-4046-A5E0-79CB8AE3D5EB}" type="presParOf" srcId="{E6E4A8FF-63E9-4940-A180-F024A24CDA5B}" destId="{048DED17-2B5F-4473-B512-D42F0CF94248}" srcOrd="2" destOrd="0" presId="urn:microsoft.com/office/officeart/2018/2/layout/IconLabelList"/>
    <dgm:cxn modelId="{01C1BCE4-E460-4767-B3E1-387A89644B80}" type="presParOf" srcId="{048DED17-2B5F-4473-B512-D42F0CF94248}" destId="{43793E5E-883C-400C-B8BA-18FC37D08E7A}" srcOrd="0" destOrd="0" presId="urn:microsoft.com/office/officeart/2018/2/layout/IconLabelList"/>
    <dgm:cxn modelId="{2CF16320-1C9E-4925-96A6-C7EC57C2D6E0}" type="presParOf" srcId="{048DED17-2B5F-4473-B512-D42F0CF94248}" destId="{F3E84138-CB20-4842-9FA9-FD1D150C881C}" srcOrd="1" destOrd="0" presId="urn:microsoft.com/office/officeart/2018/2/layout/IconLabelList"/>
    <dgm:cxn modelId="{59F51E38-D356-492E-8C7C-6DBCF1B90348}" type="presParOf" srcId="{048DED17-2B5F-4473-B512-D42F0CF94248}" destId="{B9667C2C-490D-47BF-8E0D-13ABA0521DF0}" srcOrd="2" destOrd="0" presId="urn:microsoft.com/office/officeart/2018/2/layout/IconLabelList"/>
    <dgm:cxn modelId="{521FB788-E856-4603-A11D-D6ED7BF1FD2A}" type="presParOf" srcId="{E6E4A8FF-63E9-4940-A180-F024A24CDA5B}" destId="{AF76E727-A989-49CD-850B-19E2425443DA}" srcOrd="3" destOrd="0" presId="urn:microsoft.com/office/officeart/2018/2/layout/IconLabelList"/>
    <dgm:cxn modelId="{794B4895-599D-4774-A9EF-4AE417F044AB}" type="presParOf" srcId="{E6E4A8FF-63E9-4940-A180-F024A24CDA5B}" destId="{ABEC3140-59FF-41A2-BB2C-E345328378D3}" srcOrd="4" destOrd="0" presId="urn:microsoft.com/office/officeart/2018/2/layout/IconLabelList"/>
    <dgm:cxn modelId="{BDFEAB7B-EC76-46CF-8D63-B9254DA98460}" type="presParOf" srcId="{ABEC3140-59FF-41A2-BB2C-E345328378D3}" destId="{5FE9D2F2-C38C-468F-A068-844D35A10A6A}" srcOrd="0" destOrd="0" presId="urn:microsoft.com/office/officeart/2018/2/layout/IconLabelList"/>
    <dgm:cxn modelId="{4D1BE23A-4E5D-49AD-8BA4-54004FEC06DD}" type="presParOf" srcId="{ABEC3140-59FF-41A2-BB2C-E345328378D3}" destId="{462E91A3-6221-491D-9CC0-4F0868DD4B31}" srcOrd="1" destOrd="0" presId="urn:microsoft.com/office/officeart/2018/2/layout/IconLabelList"/>
    <dgm:cxn modelId="{E1417818-5DB5-4E0D-AA0D-48EBE15711E7}" type="presParOf" srcId="{ABEC3140-59FF-41A2-BB2C-E345328378D3}" destId="{70DE90FA-3627-471B-BE0A-D0191ACD69F0}" srcOrd="2" destOrd="0" presId="urn:microsoft.com/office/officeart/2018/2/layout/IconLabel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68C338-C913-424E-989C-986A30FC36C6}">
      <dsp:nvSpPr>
        <dsp:cNvPr id="0" name=""/>
        <dsp:cNvSpPr/>
      </dsp:nvSpPr>
      <dsp:spPr>
        <a:xfrm>
          <a:off x="2350307" y="0"/>
          <a:ext cx="3467542" cy="3467542"/>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3B7797A-5D0A-3A47-B6C5-1BB7AB2AF68F}">
      <dsp:nvSpPr>
        <dsp:cNvPr id="0" name=""/>
        <dsp:cNvSpPr/>
      </dsp:nvSpPr>
      <dsp:spPr>
        <a:xfrm>
          <a:off x="2679723" y="329416"/>
          <a:ext cx="1352341" cy="135234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a:t>Problem: unclear global evidence on testing effectiveness</a:t>
          </a:r>
        </a:p>
      </dsp:txBody>
      <dsp:txXfrm>
        <a:off x="2745739" y="395432"/>
        <a:ext cx="1220309" cy="1220309"/>
      </dsp:txXfrm>
    </dsp:sp>
    <dsp:sp modelId="{6B463EF5-52A5-D94C-B46B-DE6054783F5C}">
      <dsp:nvSpPr>
        <dsp:cNvPr id="0" name=""/>
        <dsp:cNvSpPr/>
      </dsp:nvSpPr>
      <dsp:spPr>
        <a:xfrm>
          <a:off x="4136091" y="329416"/>
          <a:ext cx="1352341" cy="135234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a:t>Many studies examine testing OR outcomes, but not both</a:t>
          </a:r>
        </a:p>
      </dsp:txBody>
      <dsp:txXfrm>
        <a:off x="4202107" y="395432"/>
        <a:ext cx="1220309" cy="1220309"/>
      </dsp:txXfrm>
    </dsp:sp>
    <dsp:sp modelId="{E092EBD4-7376-B949-9377-1666C87E13A9}">
      <dsp:nvSpPr>
        <dsp:cNvPr id="0" name=""/>
        <dsp:cNvSpPr/>
      </dsp:nvSpPr>
      <dsp:spPr>
        <a:xfrm>
          <a:off x="2679723" y="1785784"/>
          <a:ext cx="1352341" cy="135234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a:t>Need for standardized cross-country analysis</a:t>
          </a:r>
        </a:p>
      </dsp:txBody>
      <dsp:txXfrm>
        <a:off x="2745739" y="1851800"/>
        <a:ext cx="1220309" cy="1220309"/>
      </dsp:txXfrm>
    </dsp:sp>
    <dsp:sp modelId="{4B04B4B2-2CFD-794E-8B4A-F62D993DB483}">
      <dsp:nvSpPr>
        <dsp:cNvPr id="0" name=""/>
        <dsp:cNvSpPr/>
      </dsp:nvSpPr>
      <dsp:spPr>
        <a:xfrm>
          <a:off x="4136091" y="1785784"/>
          <a:ext cx="1352341" cy="135234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a:t>Real-world relevance for future pandemics</a:t>
          </a:r>
        </a:p>
      </dsp:txBody>
      <dsp:txXfrm>
        <a:off x="4202107" y="1851800"/>
        <a:ext cx="1220309" cy="122030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76370F-7990-264A-A00C-8769E8C5C930}">
      <dsp:nvSpPr>
        <dsp:cNvPr id="0" name=""/>
        <dsp:cNvSpPr/>
      </dsp:nvSpPr>
      <dsp:spPr>
        <a:xfrm>
          <a:off x="0" y="0"/>
          <a:ext cx="7744967" cy="651212"/>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Early testing linked to reduced spread</a:t>
          </a:r>
        </a:p>
      </dsp:txBody>
      <dsp:txXfrm>
        <a:off x="19073" y="19073"/>
        <a:ext cx="6966068" cy="613066"/>
      </dsp:txXfrm>
    </dsp:sp>
    <dsp:sp modelId="{A2BC8CEB-4D87-4441-B7FD-6B4DC82FF338}">
      <dsp:nvSpPr>
        <dsp:cNvPr id="0" name=""/>
        <dsp:cNvSpPr/>
      </dsp:nvSpPr>
      <dsp:spPr>
        <a:xfrm>
          <a:off x="578358" y="741658"/>
          <a:ext cx="7744967" cy="651212"/>
        </a:xfrm>
        <a:prstGeom prst="roundRect">
          <a:avLst>
            <a:gd name="adj" fmla="val 10000"/>
          </a:avLst>
        </a:prstGeom>
        <a:solidFill>
          <a:schemeClr val="accent2">
            <a:hueOff val="476947"/>
            <a:satOff val="-10882"/>
            <a:lumOff val="402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Underreporting affected national statistics</a:t>
          </a:r>
        </a:p>
      </dsp:txBody>
      <dsp:txXfrm>
        <a:off x="597431" y="760731"/>
        <a:ext cx="6705176" cy="613066"/>
      </dsp:txXfrm>
    </dsp:sp>
    <dsp:sp modelId="{B0D487A7-34BB-6749-983C-DB2CB61B7B07}">
      <dsp:nvSpPr>
        <dsp:cNvPr id="0" name=""/>
        <dsp:cNvSpPr/>
      </dsp:nvSpPr>
      <dsp:spPr>
        <a:xfrm>
          <a:off x="1156716" y="1483316"/>
          <a:ext cx="7744967" cy="651212"/>
        </a:xfrm>
        <a:prstGeom prst="roundRect">
          <a:avLst>
            <a:gd name="adj" fmla="val 10000"/>
          </a:avLst>
        </a:prstGeom>
        <a:solidFill>
          <a:schemeClr val="accent2">
            <a:hueOff val="953895"/>
            <a:satOff val="-21764"/>
            <a:lumOff val="8039"/>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Hospitals overwhelmed → higher mortality</a:t>
          </a:r>
        </a:p>
      </dsp:txBody>
      <dsp:txXfrm>
        <a:off x="1175789" y="1502389"/>
        <a:ext cx="6705176" cy="613066"/>
      </dsp:txXfrm>
    </dsp:sp>
    <dsp:sp modelId="{C8BB161E-9A81-9349-932A-C8E65C44D0D4}">
      <dsp:nvSpPr>
        <dsp:cNvPr id="0" name=""/>
        <dsp:cNvSpPr/>
      </dsp:nvSpPr>
      <dsp:spPr>
        <a:xfrm>
          <a:off x="1735073" y="2224974"/>
          <a:ext cx="7744967" cy="651212"/>
        </a:xfrm>
        <a:prstGeom prst="roundRect">
          <a:avLst>
            <a:gd name="adj" fmla="val 10000"/>
          </a:avLst>
        </a:prstGeom>
        <a:solidFill>
          <a:schemeClr val="accent2">
            <a:hueOff val="1430842"/>
            <a:satOff val="-32646"/>
            <a:lumOff val="12059"/>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Policies like lockdowns more effective with testing</a:t>
          </a:r>
        </a:p>
      </dsp:txBody>
      <dsp:txXfrm>
        <a:off x="1754146" y="2244047"/>
        <a:ext cx="6705176" cy="613066"/>
      </dsp:txXfrm>
    </dsp:sp>
    <dsp:sp modelId="{17B19674-C9D1-6A4F-A254-6AED4D240223}">
      <dsp:nvSpPr>
        <dsp:cNvPr id="0" name=""/>
        <dsp:cNvSpPr/>
      </dsp:nvSpPr>
      <dsp:spPr>
        <a:xfrm>
          <a:off x="2313432" y="2966632"/>
          <a:ext cx="7744967" cy="651212"/>
        </a:xfrm>
        <a:prstGeom prst="roundRect">
          <a:avLst>
            <a:gd name="adj" fmla="val 10000"/>
          </a:avLst>
        </a:prstGeom>
        <a:solidFill>
          <a:schemeClr val="accent2">
            <a:hueOff val="1907789"/>
            <a:satOff val="-43528"/>
            <a:lumOff val="16079"/>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Need for integrated analyses</a:t>
          </a:r>
        </a:p>
      </dsp:txBody>
      <dsp:txXfrm>
        <a:off x="2332505" y="2985705"/>
        <a:ext cx="6705176" cy="613066"/>
      </dsp:txXfrm>
    </dsp:sp>
    <dsp:sp modelId="{6F6C3C54-D4CB-3E42-B35B-A54CF2D3B65B}">
      <dsp:nvSpPr>
        <dsp:cNvPr id="0" name=""/>
        <dsp:cNvSpPr/>
      </dsp:nvSpPr>
      <dsp:spPr>
        <a:xfrm>
          <a:off x="7321680" y="475746"/>
          <a:ext cx="423287" cy="423287"/>
        </a:xfrm>
        <a:prstGeom prst="downArrow">
          <a:avLst>
            <a:gd name="adj1" fmla="val 55000"/>
            <a:gd name="adj2" fmla="val 45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7416920" y="475746"/>
        <a:ext cx="232807" cy="318523"/>
      </dsp:txXfrm>
    </dsp:sp>
    <dsp:sp modelId="{41C629BA-E9F2-FD47-A291-609275B5A0C5}">
      <dsp:nvSpPr>
        <dsp:cNvPr id="0" name=""/>
        <dsp:cNvSpPr/>
      </dsp:nvSpPr>
      <dsp:spPr>
        <a:xfrm>
          <a:off x="7900038" y="1217404"/>
          <a:ext cx="423287" cy="423287"/>
        </a:xfrm>
        <a:prstGeom prst="downArrow">
          <a:avLst>
            <a:gd name="adj1" fmla="val 55000"/>
            <a:gd name="adj2" fmla="val 45000"/>
          </a:avLst>
        </a:prstGeom>
        <a:solidFill>
          <a:schemeClr val="accent2">
            <a:tint val="40000"/>
            <a:alpha val="90000"/>
            <a:hueOff val="658187"/>
            <a:satOff val="-1724"/>
            <a:lumOff val="617"/>
            <a:alphaOff val="0"/>
          </a:schemeClr>
        </a:solidFill>
        <a:ln w="12700" cap="flat" cmpd="sng" algn="ctr">
          <a:solidFill>
            <a:schemeClr val="accent2">
              <a:tint val="40000"/>
              <a:alpha val="90000"/>
              <a:hueOff val="658187"/>
              <a:satOff val="-1724"/>
              <a:lumOff val="61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7995278" y="1217404"/>
        <a:ext cx="232807" cy="318523"/>
      </dsp:txXfrm>
    </dsp:sp>
    <dsp:sp modelId="{CEC17AE2-DCBD-7A4B-B3D5-454DCE42B9ED}">
      <dsp:nvSpPr>
        <dsp:cNvPr id="0" name=""/>
        <dsp:cNvSpPr/>
      </dsp:nvSpPr>
      <dsp:spPr>
        <a:xfrm>
          <a:off x="8478396" y="1948209"/>
          <a:ext cx="423287" cy="423287"/>
        </a:xfrm>
        <a:prstGeom prst="downArrow">
          <a:avLst>
            <a:gd name="adj1" fmla="val 55000"/>
            <a:gd name="adj2" fmla="val 45000"/>
          </a:avLst>
        </a:prstGeom>
        <a:solidFill>
          <a:schemeClr val="accent2">
            <a:tint val="40000"/>
            <a:alpha val="90000"/>
            <a:hueOff val="1316374"/>
            <a:satOff val="-3449"/>
            <a:lumOff val="1235"/>
            <a:alphaOff val="0"/>
          </a:schemeClr>
        </a:solidFill>
        <a:ln w="12700" cap="flat" cmpd="sng" algn="ctr">
          <a:solidFill>
            <a:schemeClr val="accent2">
              <a:tint val="40000"/>
              <a:alpha val="90000"/>
              <a:hueOff val="1316374"/>
              <a:satOff val="-3449"/>
              <a:lumOff val="123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8573636" y="1948209"/>
        <a:ext cx="232807" cy="318523"/>
      </dsp:txXfrm>
    </dsp:sp>
    <dsp:sp modelId="{77BD9A34-D384-9543-AB78-14E5454CBEAC}">
      <dsp:nvSpPr>
        <dsp:cNvPr id="0" name=""/>
        <dsp:cNvSpPr/>
      </dsp:nvSpPr>
      <dsp:spPr>
        <a:xfrm>
          <a:off x="9056754" y="2697103"/>
          <a:ext cx="423287" cy="423287"/>
        </a:xfrm>
        <a:prstGeom prst="downArrow">
          <a:avLst>
            <a:gd name="adj1" fmla="val 55000"/>
            <a:gd name="adj2" fmla="val 45000"/>
          </a:avLst>
        </a:prstGeom>
        <a:solidFill>
          <a:schemeClr val="accent2">
            <a:tint val="40000"/>
            <a:alpha val="90000"/>
            <a:hueOff val="1974561"/>
            <a:satOff val="-5173"/>
            <a:lumOff val="1852"/>
            <a:alphaOff val="0"/>
          </a:schemeClr>
        </a:solidFill>
        <a:ln w="12700" cap="flat" cmpd="sng" algn="ctr">
          <a:solidFill>
            <a:schemeClr val="accent2">
              <a:tint val="40000"/>
              <a:alpha val="90000"/>
              <a:hueOff val="1974561"/>
              <a:satOff val="-5173"/>
              <a:lumOff val="1852"/>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9151994" y="2697103"/>
        <a:ext cx="232807" cy="31852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108B0E-6B68-4C74-841A-38D52BC08BBE}">
      <dsp:nvSpPr>
        <dsp:cNvPr id="0" name=""/>
        <dsp:cNvSpPr/>
      </dsp:nvSpPr>
      <dsp:spPr>
        <a:xfrm>
          <a:off x="13474" y="559282"/>
          <a:ext cx="775913" cy="77591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2B1EE5D-74BD-4351-BBA7-FD05CEF97F7E}">
      <dsp:nvSpPr>
        <dsp:cNvPr id="0" name=""/>
        <dsp:cNvSpPr/>
      </dsp:nvSpPr>
      <dsp:spPr>
        <a:xfrm>
          <a:off x="13474" y="1442664"/>
          <a:ext cx="2216895" cy="5715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defRPr b="1"/>
          </a:pPr>
          <a:r>
            <a:rPr lang="en-US" sz="1400" kern="1200"/>
            <a:t>Kaggle dataset: COVID-19 Worldwide Testing Data</a:t>
          </a:r>
        </a:p>
      </dsp:txBody>
      <dsp:txXfrm>
        <a:off x="13474" y="1442664"/>
        <a:ext cx="2216895" cy="571543"/>
      </dsp:txXfrm>
    </dsp:sp>
    <dsp:sp modelId="{CABAE8DA-C0B7-47C9-9BB7-8809D0FF3F43}">
      <dsp:nvSpPr>
        <dsp:cNvPr id="0" name=""/>
        <dsp:cNvSpPr/>
      </dsp:nvSpPr>
      <dsp:spPr>
        <a:xfrm>
          <a:off x="13474" y="2064193"/>
          <a:ext cx="2216895" cy="994369"/>
        </a:xfrm>
        <a:prstGeom prst="rect">
          <a:avLst/>
        </a:prstGeom>
        <a:noFill/>
        <a:ln>
          <a:noFill/>
        </a:ln>
        <a:effectLst/>
      </dsp:spPr>
      <dsp:style>
        <a:lnRef idx="0">
          <a:scrgbClr r="0" g="0" b="0"/>
        </a:lnRef>
        <a:fillRef idx="0">
          <a:scrgbClr r="0" g="0" b="0"/>
        </a:fillRef>
        <a:effectRef idx="0">
          <a:scrgbClr r="0" g="0" b="0"/>
        </a:effectRef>
        <a:fontRef idx="minor"/>
      </dsp:style>
    </dsp:sp>
    <dsp:sp modelId="{C2459CD6-AC48-4429-A15A-3A3D7731C1CA}">
      <dsp:nvSpPr>
        <dsp:cNvPr id="0" name=""/>
        <dsp:cNvSpPr/>
      </dsp:nvSpPr>
      <dsp:spPr>
        <a:xfrm>
          <a:off x="2618326" y="559282"/>
          <a:ext cx="775913" cy="77591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3AC5522-CA99-46DF-B87E-EA2BA616B022}">
      <dsp:nvSpPr>
        <dsp:cNvPr id="0" name=""/>
        <dsp:cNvSpPr/>
      </dsp:nvSpPr>
      <dsp:spPr>
        <a:xfrm>
          <a:off x="2618326" y="1442664"/>
          <a:ext cx="2216895" cy="5715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defRPr b="1"/>
          </a:pPr>
          <a:r>
            <a:rPr lang="en-US" sz="1400" kern="1200"/>
            <a:t>Daily observations for 100+ countries</a:t>
          </a:r>
        </a:p>
      </dsp:txBody>
      <dsp:txXfrm>
        <a:off x="2618326" y="1442664"/>
        <a:ext cx="2216895" cy="571543"/>
      </dsp:txXfrm>
    </dsp:sp>
    <dsp:sp modelId="{A23760AA-1AC4-4DD2-803F-029053CACFC7}">
      <dsp:nvSpPr>
        <dsp:cNvPr id="0" name=""/>
        <dsp:cNvSpPr/>
      </dsp:nvSpPr>
      <dsp:spPr>
        <a:xfrm>
          <a:off x="2618326" y="2064193"/>
          <a:ext cx="2216895" cy="994369"/>
        </a:xfrm>
        <a:prstGeom prst="rect">
          <a:avLst/>
        </a:prstGeom>
        <a:noFill/>
        <a:ln>
          <a:noFill/>
        </a:ln>
        <a:effectLst/>
      </dsp:spPr>
      <dsp:style>
        <a:lnRef idx="0">
          <a:scrgbClr r="0" g="0" b="0"/>
        </a:lnRef>
        <a:fillRef idx="0">
          <a:scrgbClr r="0" g="0" b="0"/>
        </a:fillRef>
        <a:effectRef idx="0">
          <a:scrgbClr r="0" g="0" b="0"/>
        </a:effectRef>
        <a:fontRef idx="minor"/>
      </dsp:style>
    </dsp:sp>
    <dsp:sp modelId="{6F416A48-79A3-406A-8472-3EE7DEFA705D}">
      <dsp:nvSpPr>
        <dsp:cNvPr id="0" name=""/>
        <dsp:cNvSpPr/>
      </dsp:nvSpPr>
      <dsp:spPr>
        <a:xfrm>
          <a:off x="5223178" y="559282"/>
          <a:ext cx="775913" cy="77591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FF3F009-C387-4BD4-8FDF-6845AB590DDD}">
      <dsp:nvSpPr>
        <dsp:cNvPr id="0" name=""/>
        <dsp:cNvSpPr/>
      </dsp:nvSpPr>
      <dsp:spPr>
        <a:xfrm>
          <a:off x="5223178" y="1442664"/>
          <a:ext cx="2216895" cy="5715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defRPr b="1"/>
          </a:pPr>
          <a:r>
            <a:rPr lang="en-US" sz="1400" kern="1200"/>
            <a:t>Variables include:</a:t>
          </a:r>
        </a:p>
      </dsp:txBody>
      <dsp:txXfrm>
        <a:off x="5223178" y="1442664"/>
        <a:ext cx="2216895" cy="571543"/>
      </dsp:txXfrm>
    </dsp:sp>
    <dsp:sp modelId="{7302B5F6-81BA-4C14-9B31-00B8EBC7FB25}">
      <dsp:nvSpPr>
        <dsp:cNvPr id="0" name=""/>
        <dsp:cNvSpPr/>
      </dsp:nvSpPr>
      <dsp:spPr>
        <a:xfrm>
          <a:off x="5223178" y="2064193"/>
          <a:ext cx="2216895" cy="9943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90000"/>
            </a:lnSpc>
            <a:spcBef>
              <a:spcPct val="0"/>
            </a:spcBef>
            <a:spcAft>
              <a:spcPct val="35000"/>
            </a:spcAft>
            <a:buNone/>
          </a:pPr>
          <a:r>
            <a:rPr lang="en-US" sz="1100" kern="1200"/>
            <a:t>daily tests</a:t>
          </a:r>
        </a:p>
        <a:p>
          <a:pPr marL="0" lvl="0" indent="0" algn="l" defTabSz="488950">
            <a:lnSpc>
              <a:spcPct val="90000"/>
            </a:lnSpc>
            <a:spcBef>
              <a:spcPct val="0"/>
            </a:spcBef>
            <a:spcAft>
              <a:spcPct val="35000"/>
            </a:spcAft>
            <a:buNone/>
          </a:pPr>
          <a:r>
            <a:rPr lang="en-US" sz="1100" kern="1200"/>
            <a:t>daily positives</a:t>
          </a:r>
        </a:p>
        <a:p>
          <a:pPr marL="0" lvl="0" indent="0" algn="l" defTabSz="488950">
            <a:lnSpc>
              <a:spcPct val="90000"/>
            </a:lnSpc>
            <a:spcBef>
              <a:spcPct val="0"/>
            </a:spcBef>
            <a:spcAft>
              <a:spcPct val="35000"/>
            </a:spcAft>
            <a:buNone/>
          </a:pPr>
          <a:r>
            <a:rPr lang="en-US" sz="1100" kern="1200"/>
            <a:t>active cases</a:t>
          </a:r>
        </a:p>
        <a:p>
          <a:pPr marL="0" lvl="0" indent="0" algn="l" defTabSz="488950">
            <a:lnSpc>
              <a:spcPct val="90000"/>
            </a:lnSpc>
            <a:spcBef>
              <a:spcPct val="0"/>
            </a:spcBef>
            <a:spcAft>
              <a:spcPct val="35000"/>
            </a:spcAft>
            <a:buNone/>
          </a:pPr>
          <a:r>
            <a:rPr lang="en-US" sz="1100" kern="1200"/>
            <a:t>deaths</a:t>
          </a:r>
        </a:p>
        <a:p>
          <a:pPr marL="0" lvl="0" indent="0" algn="l" defTabSz="488950">
            <a:lnSpc>
              <a:spcPct val="90000"/>
            </a:lnSpc>
            <a:spcBef>
              <a:spcPct val="0"/>
            </a:spcBef>
            <a:spcAft>
              <a:spcPct val="35000"/>
            </a:spcAft>
            <a:buNone/>
          </a:pPr>
          <a:r>
            <a:rPr lang="en-US" sz="1100" kern="1200"/>
            <a:t>Recoveries</a:t>
          </a:r>
        </a:p>
      </dsp:txBody>
      <dsp:txXfrm>
        <a:off x="5223178" y="2064193"/>
        <a:ext cx="2216895" cy="994369"/>
      </dsp:txXfrm>
    </dsp:sp>
    <dsp:sp modelId="{BAB785FC-5CC2-47C2-B58F-3B62F9FF51FC}">
      <dsp:nvSpPr>
        <dsp:cNvPr id="0" name=""/>
        <dsp:cNvSpPr/>
      </dsp:nvSpPr>
      <dsp:spPr>
        <a:xfrm>
          <a:off x="7828030" y="559282"/>
          <a:ext cx="775913" cy="77591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2A20D09-77B5-4516-89C3-72EE77530A8E}">
      <dsp:nvSpPr>
        <dsp:cNvPr id="0" name=""/>
        <dsp:cNvSpPr/>
      </dsp:nvSpPr>
      <dsp:spPr>
        <a:xfrm>
          <a:off x="7828030" y="1442664"/>
          <a:ext cx="2216895" cy="5715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defRPr b="1"/>
          </a:pPr>
          <a:r>
            <a:rPr lang="en-US" sz="1400" kern="1200"/>
            <a:t>Dates: early 2020 → late 2021</a:t>
          </a:r>
        </a:p>
      </dsp:txBody>
      <dsp:txXfrm>
        <a:off x="7828030" y="1442664"/>
        <a:ext cx="2216895" cy="571543"/>
      </dsp:txXfrm>
    </dsp:sp>
    <dsp:sp modelId="{236752FA-A044-43CE-B88D-6BFC581DEFB5}">
      <dsp:nvSpPr>
        <dsp:cNvPr id="0" name=""/>
        <dsp:cNvSpPr/>
      </dsp:nvSpPr>
      <dsp:spPr>
        <a:xfrm>
          <a:off x="7828030" y="2064193"/>
          <a:ext cx="2216895" cy="994369"/>
        </a:xfrm>
        <a:prstGeom prst="rect">
          <a:avLst/>
        </a:prstGeom>
        <a:noFill/>
        <a:ln>
          <a:noFill/>
        </a:ln>
        <a:effectLst/>
      </dsp:spPr>
      <dsp:style>
        <a:lnRef idx="0">
          <a:scrgbClr r="0" g="0" b="0"/>
        </a:lnRef>
        <a:fillRef idx="0">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CDFFC5-3D7F-49E3-8AEF-6BC5CBA3AEFF}">
      <dsp:nvSpPr>
        <dsp:cNvPr id="0" name=""/>
        <dsp:cNvSpPr/>
      </dsp:nvSpPr>
      <dsp:spPr>
        <a:xfrm>
          <a:off x="299791" y="670206"/>
          <a:ext cx="936087" cy="936087"/>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B5F8E9A-24DB-41D4-9F0B-ECDDEBBE8D91}">
      <dsp:nvSpPr>
        <dsp:cNvPr id="0" name=""/>
        <dsp:cNvSpPr/>
      </dsp:nvSpPr>
      <dsp:spPr>
        <a:xfrm>
          <a:off x="499286" y="869700"/>
          <a:ext cx="537099" cy="53709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8DFF72F-E6C8-46FB-AEDE-2CAFC4943526}">
      <dsp:nvSpPr>
        <dsp:cNvPr id="0" name=""/>
        <dsp:cNvSpPr/>
      </dsp:nvSpPr>
      <dsp:spPr>
        <a:xfrm>
          <a:off x="550" y="1897863"/>
          <a:ext cx="1534570" cy="6138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Removed negative/outlier values</a:t>
          </a:r>
        </a:p>
      </dsp:txBody>
      <dsp:txXfrm>
        <a:off x="550" y="1897863"/>
        <a:ext cx="1534570" cy="613828"/>
      </dsp:txXfrm>
    </dsp:sp>
    <dsp:sp modelId="{0C21C35D-8600-49BF-BB2C-6F4F40065941}">
      <dsp:nvSpPr>
        <dsp:cNvPr id="0" name=""/>
        <dsp:cNvSpPr/>
      </dsp:nvSpPr>
      <dsp:spPr>
        <a:xfrm>
          <a:off x="2102912" y="670206"/>
          <a:ext cx="936087" cy="936087"/>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014717C-F267-4B80-91C3-00818ADB73AF}">
      <dsp:nvSpPr>
        <dsp:cNvPr id="0" name=""/>
        <dsp:cNvSpPr/>
      </dsp:nvSpPr>
      <dsp:spPr>
        <a:xfrm>
          <a:off x="2302406" y="869700"/>
          <a:ext cx="537099" cy="53709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5CCF815-116A-42EC-B4BE-CBD0EA110F99}">
      <dsp:nvSpPr>
        <dsp:cNvPr id="0" name=""/>
        <dsp:cNvSpPr/>
      </dsp:nvSpPr>
      <dsp:spPr>
        <a:xfrm>
          <a:off x="1803670" y="1897863"/>
          <a:ext cx="1534570" cy="6138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Forward/backward filled missing values</a:t>
          </a:r>
        </a:p>
      </dsp:txBody>
      <dsp:txXfrm>
        <a:off x="1803670" y="1897863"/>
        <a:ext cx="1534570" cy="613828"/>
      </dsp:txXfrm>
    </dsp:sp>
    <dsp:sp modelId="{AFB69A1F-346F-4B12-AF69-B417E405C8E2}">
      <dsp:nvSpPr>
        <dsp:cNvPr id="0" name=""/>
        <dsp:cNvSpPr/>
      </dsp:nvSpPr>
      <dsp:spPr>
        <a:xfrm>
          <a:off x="3906032" y="670206"/>
          <a:ext cx="936087" cy="936087"/>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6029479-C1BC-4555-BEFE-4E48C3D306D0}">
      <dsp:nvSpPr>
        <dsp:cNvPr id="0" name=""/>
        <dsp:cNvSpPr/>
      </dsp:nvSpPr>
      <dsp:spPr>
        <a:xfrm>
          <a:off x="4105526" y="869700"/>
          <a:ext cx="537099" cy="53709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93472D5-56DF-4B12-82CF-FF95A2CD9BBA}">
      <dsp:nvSpPr>
        <dsp:cNvPr id="0" name=""/>
        <dsp:cNvSpPr/>
      </dsp:nvSpPr>
      <dsp:spPr>
        <a:xfrm>
          <a:off x="3606790" y="1897863"/>
          <a:ext cx="1534570" cy="6138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Computed 7-day rolling averages</a:t>
          </a:r>
        </a:p>
      </dsp:txBody>
      <dsp:txXfrm>
        <a:off x="3606790" y="1897863"/>
        <a:ext cx="1534570" cy="613828"/>
      </dsp:txXfrm>
    </dsp:sp>
    <dsp:sp modelId="{9F32289A-6FA1-4D2C-847C-2FC5268146A3}">
      <dsp:nvSpPr>
        <dsp:cNvPr id="0" name=""/>
        <dsp:cNvSpPr/>
      </dsp:nvSpPr>
      <dsp:spPr>
        <a:xfrm>
          <a:off x="1201351" y="2895333"/>
          <a:ext cx="936087" cy="936087"/>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08D9EB4-656C-40A0-B73E-3435A53B705A}">
      <dsp:nvSpPr>
        <dsp:cNvPr id="0" name=""/>
        <dsp:cNvSpPr/>
      </dsp:nvSpPr>
      <dsp:spPr>
        <a:xfrm>
          <a:off x="1400846" y="3094827"/>
          <a:ext cx="537099" cy="53709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A033320-FBF1-48FF-B16E-7539F791661B}">
      <dsp:nvSpPr>
        <dsp:cNvPr id="0" name=""/>
        <dsp:cNvSpPr/>
      </dsp:nvSpPr>
      <dsp:spPr>
        <a:xfrm>
          <a:off x="902110" y="4122990"/>
          <a:ext cx="1534570" cy="6138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Created growth-rate variables</a:t>
          </a:r>
        </a:p>
      </dsp:txBody>
      <dsp:txXfrm>
        <a:off x="902110" y="4122990"/>
        <a:ext cx="1534570" cy="613828"/>
      </dsp:txXfrm>
    </dsp:sp>
    <dsp:sp modelId="{81AE014B-A35D-4030-87FA-FC4614D5347D}">
      <dsp:nvSpPr>
        <dsp:cNvPr id="0" name=""/>
        <dsp:cNvSpPr/>
      </dsp:nvSpPr>
      <dsp:spPr>
        <a:xfrm>
          <a:off x="3004472" y="2895333"/>
          <a:ext cx="936087" cy="936087"/>
        </a:xfrm>
        <a:prstGeom prst="round2DiagRect">
          <a:avLst>
            <a:gd name="adj1" fmla="val 29727"/>
            <a:gd name="adj2" fmla="val 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B896B97-A707-4DC0-A562-6A27946EFB93}">
      <dsp:nvSpPr>
        <dsp:cNvPr id="0" name=""/>
        <dsp:cNvSpPr/>
      </dsp:nvSpPr>
      <dsp:spPr>
        <a:xfrm>
          <a:off x="3203966" y="3094827"/>
          <a:ext cx="537099" cy="53709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D0DE754-E9D0-4048-B2B6-A70FF0AC7182}">
      <dsp:nvSpPr>
        <dsp:cNvPr id="0" name=""/>
        <dsp:cNvSpPr/>
      </dsp:nvSpPr>
      <dsp:spPr>
        <a:xfrm>
          <a:off x="2705230" y="4122990"/>
          <a:ext cx="1534570" cy="6138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Added lags and leads for causal timing</a:t>
          </a:r>
        </a:p>
      </dsp:txBody>
      <dsp:txXfrm>
        <a:off x="2705230" y="4122990"/>
        <a:ext cx="1534570" cy="61382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E5F8F2-5732-D147-9CD9-CEE25E5352A9}">
      <dsp:nvSpPr>
        <dsp:cNvPr id="0" name=""/>
        <dsp:cNvSpPr/>
      </dsp:nvSpPr>
      <dsp:spPr>
        <a:xfrm>
          <a:off x="0" y="0"/>
          <a:ext cx="3959272" cy="973264"/>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Fixed-effects panel regression</a:t>
          </a:r>
        </a:p>
      </dsp:txBody>
      <dsp:txXfrm>
        <a:off x="28506" y="28506"/>
        <a:ext cx="2795171" cy="916252"/>
      </dsp:txXfrm>
    </dsp:sp>
    <dsp:sp modelId="{684AAB0B-28BF-5042-AC07-B87E82334B10}">
      <dsp:nvSpPr>
        <dsp:cNvPr id="0" name=""/>
        <dsp:cNvSpPr/>
      </dsp:nvSpPr>
      <dsp:spPr>
        <a:xfrm>
          <a:off x="295659" y="1108440"/>
          <a:ext cx="3959272" cy="973264"/>
        </a:xfrm>
        <a:prstGeom prst="roundRect">
          <a:avLst>
            <a:gd name="adj" fmla="val 10000"/>
          </a:avLst>
        </a:prstGeom>
        <a:solidFill>
          <a:schemeClr val="accent2">
            <a:hueOff val="476947"/>
            <a:satOff val="-10882"/>
            <a:lumOff val="402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Clustered standard errors</a:t>
          </a:r>
        </a:p>
      </dsp:txBody>
      <dsp:txXfrm>
        <a:off x="324165" y="1136946"/>
        <a:ext cx="2973978" cy="916252"/>
      </dsp:txXfrm>
    </dsp:sp>
    <dsp:sp modelId="{AAB9B9AB-745A-2444-B883-C1246EF3A995}">
      <dsp:nvSpPr>
        <dsp:cNvPr id="0" name=""/>
        <dsp:cNvSpPr/>
      </dsp:nvSpPr>
      <dsp:spPr>
        <a:xfrm>
          <a:off x="591319" y="2216880"/>
          <a:ext cx="3959272" cy="973264"/>
        </a:xfrm>
        <a:prstGeom prst="roundRect">
          <a:avLst>
            <a:gd name="adj" fmla="val 10000"/>
          </a:avLst>
        </a:prstGeom>
        <a:solidFill>
          <a:schemeClr val="accent2">
            <a:hueOff val="953895"/>
            <a:satOff val="-21764"/>
            <a:lumOff val="8039"/>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Bootstrap resampling (1,000 samples)</a:t>
          </a:r>
        </a:p>
      </dsp:txBody>
      <dsp:txXfrm>
        <a:off x="619825" y="2245386"/>
        <a:ext cx="2973978" cy="916252"/>
      </dsp:txXfrm>
    </dsp:sp>
    <dsp:sp modelId="{8B9C8131-6E9C-E045-8471-CA621FFF9919}">
      <dsp:nvSpPr>
        <dsp:cNvPr id="0" name=""/>
        <dsp:cNvSpPr/>
      </dsp:nvSpPr>
      <dsp:spPr>
        <a:xfrm>
          <a:off x="886979" y="3325320"/>
          <a:ext cx="3959272" cy="973264"/>
        </a:xfrm>
        <a:prstGeom prst="roundRect">
          <a:avLst>
            <a:gd name="adj" fmla="val 10000"/>
          </a:avLst>
        </a:prstGeom>
        <a:solidFill>
          <a:schemeClr val="accent2">
            <a:hueOff val="1430842"/>
            <a:satOff val="-32646"/>
            <a:lumOff val="12059"/>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Jackknife cross-country stability test</a:t>
          </a:r>
        </a:p>
      </dsp:txBody>
      <dsp:txXfrm>
        <a:off x="915485" y="3353826"/>
        <a:ext cx="2973978" cy="916252"/>
      </dsp:txXfrm>
    </dsp:sp>
    <dsp:sp modelId="{8A618F07-5E42-454D-9C48-4092FF364174}">
      <dsp:nvSpPr>
        <dsp:cNvPr id="0" name=""/>
        <dsp:cNvSpPr/>
      </dsp:nvSpPr>
      <dsp:spPr>
        <a:xfrm>
          <a:off x="1182639" y="4433760"/>
          <a:ext cx="3959272" cy="973264"/>
        </a:xfrm>
        <a:prstGeom prst="roundRect">
          <a:avLst>
            <a:gd name="adj" fmla="val 10000"/>
          </a:avLst>
        </a:prstGeom>
        <a:solidFill>
          <a:schemeClr val="accent2">
            <a:hueOff val="1907789"/>
            <a:satOff val="-43528"/>
            <a:lumOff val="16079"/>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Distributed-lag estimation</a:t>
          </a:r>
        </a:p>
      </dsp:txBody>
      <dsp:txXfrm>
        <a:off x="1211145" y="4462266"/>
        <a:ext cx="2973978" cy="916252"/>
      </dsp:txXfrm>
    </dsp:sp>
    <dsp:sp modelId="{AB8C3EA3-7BC1-3F4A-AD84-5334D7C08BD5}">
      <dsp:nvSpPr>
        <dsp:cNvPr id="0" name=""/>
        <dsp:cNvSpPr/>
      </dsp:nvSpPr>
      <dsp:spPr>
        <a:xfrm>
          <a:off x="3326650" y="711023"/>
          <a:ext cx="632621" cy="632621"/>
        </a:xfrm>
        <a:prstGeom prst="downArrow">
          <a:avLst>
            <a:gd name="adj1" fmla="val 55000"/>
            <a:gd name="adj2" fmla="val 45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3468990" y="711023"/>
        <a:ext cx="347941" cy="476047"/>
      </dsp:txXfrm>
    </dsp:sp>
    <dsp:sp modelId="{8B535581-FB5E-7147-B3DC-A14F132B31E5}">
      <dsp:nvSpPr>
        <dsp:cNvPr id="0" name=""/>
        <dsp:cNvSpPr/>
      </dsp:nvSpPr>
      <dsp:spPr>
        <a:xfrm>
          <a:off x="3622310" y="1819463"/>
          <a:ext cx="632621" cy="632621"/>
        </a:xfrm>
        <a:prstGeom prst="downArrow">
          <a:avLst>
            <a:gd name="adj1" fmla="val 55000"/>
            <a:gd name="adj2" fmla="val 45000"/>
          </a:avLst>
        </a:prstGeom>
        <a:solidFill>
          <a:schemeClr val="accent2">
            <a:tint val="40000"/>
            <a:alpha val="90000"/>
            <a:hueOff val="658187"/>
            <a:satOff val="-1724"/>
            <a:lumOff val="617"/>
            <a:alphaOff val="0"/>
          </a:schemeClr>
        </a:solidFill>
        <a:ln w="12700" cap="flat" cmpd="sng" algn="ctr">
          <a:solidFill>
            <a:schemeClr val="accent2">
              <a:tint val="40000"/>
              <a:alpha val="90000"/>
              <a:hueOff val="658187"/>
              <a:satOff val="-1724"/>
              <a:lumOff val="61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3764650" y="1819463"/>
        <a:ext cx="347941" cy="476047"/>
      </dsp:txXfrm>
    </dsp:sp>
    <dsp:sp modelId="{76E322C3-C29B-5745-9D63-13D5A45DD9AF}">
      <dsp:nvSpPr>
        <dsp:cNvPr id="0" name=""/>
        <dsp:cNvSpPr/>
      </dsp:nvSpPr>
      <dsp:spPr>
        <a:xfrm>
          <a:off x="3917970" y="2911682"/>
          <a:ext cx="632621" cy="632621"/>
        </a:xfrm>
        <a:prstGeom prst="downArrow">
          <a:avLst>
            <a:gd name="adj1" fmla="val 55000"/>
            <a:gd name="adj2" fmla="val 45000"/>
          </a:avLst>
        </a:prstGeom>
        <a:solidFill>
          <a:schemeClr val="accent2">
            <a:tint val="40000"/>
            <a:alpha val="90000"/>
            <a:hueOff val="1316374"/>
            <a:satOff val="-3449"/>
            <a:lumOff val="1235"/>
            <a:alphaOff val="0"/>
          </a:schemeClr>
        </a:solidFill>
        <a:ln w="12700" cap="flat" cmpd="sng" algn="ctr">
          <a:solidFill>
            <a:schemeClr val="accent2">
              <a:tint val="40000"/>
              <a:alpha val="90000"/>
              <a:hueOff val="1316374"/>
              <a:satOff val="-3449"/>
              <a:lumOff val="123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4060310" y="2911682"/>
        <a:ext cx="347941" cy="476047"/>
      </dsp:txXfrm>
    </dsp:sp>
    <dsp:sp modelId="{273B330D-2868-AA42-B6D0-7D2FC6CA0758}">
      <dsp:nvSpPr>
        <dsp:cNvPr id="0" name=""/>
        <dsp:cNvSpPr/>
      </dsp:nvSpPr>
      <dsp:spPr>
        <a:xfrm>
          <a:off x="4213630" y="4030937"/>
          <a:ext cx="632621" cy="632621"/>
        </a:xfrm>
        <a:prstGeom prst="downArrow">
          <a:avLst>
            <a:gd name="adj1" fmla="val 55000"/>
            <a:gd name="adj2" fmla="val 45000"/>
          </a:avLst>
        </a:prstGeom>
        <a:solidFill>
          <a:schemeClr val="accent2">
            <a:tint val="40000"/>
            <a:alpha val="90000"/>
            <a:hueOff val="1974561"/>
            <a:satOff val="-5173"/>
            <a:lumOff val="1852"/>
            <a:alphaOff val="0"/>
          </a:schemeClr>
        </a:solidFill>
        <a:ln w="12700" cap="flat" cmpd="sng" algn="ctr">
          <a:solidFill>
            <a:schemeClr val="accent2">
              <a:tint val="40000"/>
              <a:alpha val="90000"/>
              <a:hueOff val="1974561"/>
              <a:satOff val="-5173"/>
              <a:lumOff val="1852"/>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4355970" y="4030937"/>
        <a:ext cx="347941" cy="47604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8FC76C-DC59-0C4E-86F8-DE20315B3E22}">
      <dsp:nvSpPr>
        <dsp:cNvPr id="0" name=""/>
        <dsp:cNvSpPr/>
      </dsp:nvSpPr>
      <dsp:spPr>
        <a:xfrm>
          <a:off x="578" y="1519172"/>
          <a:ext cx="1354515" cy="67725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a:t>Negative coefficient on lagged testing</a:t>
          </a:r>
        </a:p>
      </dsp:txBody>
      <dsp:txXfrm>
        <a:off x="20414" y="1539008"/>
        <a:ext cx="1314843" cy="637585"/>
      </dsp:txXfrm>
    </dsp:sp>
    <dsp:sp modelId="{E00BB986-49F9-8346-81B6-486828F02C99}">
      <dsp:nvSpPr>
        <dsp:cNvPr id="0" name=""/>
        <dsp:cNvSpPr/>
      </dsp:nvSpPr>
      <dsp:spPr>
        <a:xfrm>
          <a:off x="1693723" y="1519172"/>
          <a:ext cx="1354515" cy="67725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a:t>Consistent across models</a:t>
          </a:r>
        </a:p>
      </dsp:txBody>
      <dsp:txXfrm>
        <a:off x="1713559" y="1539008"/>
        <a:ext cx="1314843" cy="637585"/>
      </dsp:txXfrm>
    </dsp:sp>
    <dsp:sp modelId="{91223833-8E50-3545-B0D2-936C28A0FBBF}">
      <dsp:nvSpPr>
        <dsp:cNvPr id="0" name=""/>
        <dsp:cNvSpPr/>
      </dsp:nvSpPr>
      <dsp:spPr>
        <a:xfrm>
          <a:off x="3386867" y="1519172"/>
          <a:ext cx="1354515" cy="67725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a:t>Effects appear after ~7 days</a:t>
          </a:r>
        </a:p>
      </dsp:txBody>
      <dsp:txXfrm>
        <a:off x="3406703" y="1539008"/>
        <a:ext cx="1314843" cy="63758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748BC7-0E47-2144-A703-5D0DF20596AC}">
      <dsp:nvSpPr>
        <dsp:cNvPr id="0" name=""/>
        <dsp:cNvSpPr/>
      </dsp:nvSpPr>
      <dsp:spPr>
        <a:xfrm rot="5400000">
          <a:off x="2241430" y="760267"/>
          <a:ext cx="1472106" cy="1280733"/>
        </a:xfrm>
        <a:prstGeom prst="hexagon">
          <a:avLst>
            <a:gd name="adj" fmla="val 25000"/>
            <a:gd name="vf" fmla="val 11547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Centered on negative effect</a:t>
          </a:r>
        </a:p>
      </dsp:txBody>
      <dsp:txXfrm rot="-5400000">
        <a:off x="2536697" y="893984"/>
        <a:ext cx="881571" cy="1013300"/>
      </dsp:txXfrm>
    </dsp:sp>
    <dsp:sp modelId="{C00D7D79-56A1-8C4C-A216-828267105FC3}">
      <dsp:nvSpPr>
        <dsp:cNvPr id="0" name=""/>
        <dsp:cNvSpPr/>
      </dsp:nvSpPr>
      <dsp:spPr>
        <a:xfrm>
          <a:off x="3656713" y="959001"/>
          <a:ext cx="1642871" cy="883264"/>
        </a:xfrm>
        <a:prstGeom prst="rect">
          <a:avLst/>
        </a:prstGeom>
        <a:noFill/>
        <a:ln>
          <a:noFill/>
        </a:ln>
        <a:effectLst/>
      </dsp:spPr>
      <dsp:style>
        <a:lnRef idx="0">
          <a:scrgbClr r="0" g="0" b="0"/>
        </a:lnRef>
        <a:fillRef idx="0">
          <a:scrgbClr r="0" g="0" b="0"/>
        </a:fillRef>
        <a:effectRef idx="0">
          <a:scrgbClr r="0" g="0" b="0"/>
        </a:effectRef>
        <a:fontRef idx="minor"/>
      </dsp:style>
    </dsp:sp>
    <dsp:sp modelId="{F259E472-5206-604B-BA6F-22F3EAD88D65}">
      <dsp:nvSpPr>
        <dsp:cNvPr id="0" name=""/>
        <dsp:cNvSpPr/>
      </dsp:nvSpPr>
      <dsp:spPr>
        <a:xfrm rot="5400000">
          <a:off x="858238" y="760267"/>
          <a:ext cx="1472106" cy="1280733"/>
        </a:xfrm>
        <a:prstGeom prst="hexagon">
          <a:avLst>
            <a:gd name="adj" fmla="val 25000"/>
            <a:gd name="vf" fmla="val 11547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rot="-5400000">
        <a:off x="1153505" y="893984"/>
        <a:ext cx="881571" cy="1013300"/>
      </dsp:txXfrm>
    </dsp:sp>
    <dsp:sp modelId="{68AADCD1-E6C8-304E-84D0-A5887F6CD7E3}">
      <dsp:nvSpPr>
        <dsp:cNvPr id="0" name=""/>
        <dsp:cNvSpPr/>
      </dsp:nvSpPr>
      <dsp:spPr>
        <a:xfrm rot="5400000">
          <a:off x="1547184" y="2009791"/>
          <a:ext cx="1472106" cy="1280733"/>
        </a:xfrm>
        <a:prstGeom prst="hexagon">
          <a:avLst>
            <a:gd name="adj" fmla="val 25000"/>
            <a:gd name="vf" fmla="val 11547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Smooth distribution → stable results</a:t>
          </a:r>
        </a:p>
      </dsp:txBody>
      <dsp:txXfrm rot="-5400000">
        <a:off x="1842451" y="2143508"/>
        <a:ext cx="881571" cy="1013300"/>
      </dsp:txXfrm>
    </dsp:sp>
    <dsp:sp modelId="{98BCB866-9326-A94A-9834-AA6E2BCA10C7}">
      <dsp:nvSpPr>
        <dsp:cNvPr id="0" name=""/>
        <dsp:cNvSpPr/>
      </dsp:nvSpPr>
      <dsp:spPr>
        <a:xfrm>
          <a:off x="0" y="2208526"/>
          <a:ext cx="1589875" cy="883264"/>
        </a:xfrm>
        <a:prstGeom prst="rect">
          <a:avLst/>
        </a:prstGeom>
        <a:noFill/>
        <a:ln>
          <a:noFill/>
        </a:ln>
        <a:effectLst/>
      </dsp:spPr>
      <dsp:style>
        <a:lnRef idx="0">
          <a:scrgbClr r="0" g="0" b="0"/>
        </a:lnRef>
        <a:fillRef idx="0">
          <a:scrgbClr r="0" g="0" b="0"/>
        </a:fillRef>
        <a:effectRef idx="0">
          <a:scrgbClr r="0" g="0" b="0"/>
        </a:effectRef>
        <a:fontRef idx="minor"/>
      </dsp:style>
    </dsp:sp>
    <dsp:sp modelId="{D927DDC3-FB4C-AA4D-A44E-D7311A3353FD}">
      <dsp:nvSpPr>
        <dsp:cNvPr id="0" name=""/>
        <dsp:cNvSpPr/>
      </dsp:nvSpPr>
      <dsp:spPr>
        <a:xfrm rot="5400000">
          <a:off x="2930376" y="2009791"/>
          <a:ext cx="1472106" cy="1280733"/>
        </a:xfrm>
        <a:prstGeom prst="hexagon">
          <a:avLst>
            <a:gd name="adj" fmla="val 25000"/>
            <a:gd name="vf" fmla="val 11547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rot="-5400000">
        <a:off x="3225643" y="2143508"/>
        <a:ext cx="881571" cy="101330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08153C-96C3-4E2B-A3A0-1FBAF29B53CB}">
      <dsp:nvSpPr>
        <dsp:cNvPr id="0" name=""/>
        <dsp:cNvSpPr/>
      </dsp:nvSpPr>
      <dsp:spPr>
        <a:xfrm>
          <a:off x="616949" y="256422"/>
          <a:ext cx="1818562" cy="1818562"/>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21323B8-D9C6-4188-B198-3F8F234C3B0F}">
      <dsp:nvSpPr>
        <dsp:cNvPr id="0" name=""/>
        <dsp:cNvSpPr/>
      </dsp:nvSpPr>
      <dsp:spPr>
        <a:xfrm>
          <a:off x="1004512" y="643984"/>
          <a:ext cx="1043437" cy="104343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95006E2-E6B5-4819-AFC4-D9B6FF535BFC}">
      <dsp:nvSpPr>
        <dsp:cNvPr id="0" name=""/>
        <dsp:cNvSpPr/>
      </dsp:nvSpPr>
      <dsp:spPr>
        <a:xfrm>
          <a:off x="35606" y="2641422"/>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90000"/>
            </a:lnSpc>
            <a:spcBef>
              <a:spcPct val="0"/>
            </a:spcBef>
            <a:spcAft>
              <a:spcPct val="35000"/>
            </a:spcAft>
            <a:buNone/>
            <a:defRPr cap="all"/>
          </a:pPr>
          <a:r>
            <a:rPr lang="en-US" sz="2100" kern="1200"/>
            <a:t>Testing reduces transmission</a:t>
          </a:r>
        </a:p>
      </dsp:txBody>
      <dsp:txXfrm>
        <a:off x="35606" y="2641422"/>
        <a:ext cx="2981250" cy="720000"/>
      </dsp:txXfrm>
    </dsp:sp>
    <dsp:sp modelId="{A196FD53-5E18-47A3-9E6B-BB331E2238BE}">
      <dsp:nvSpPr>
        <dsp:cNvPr id="0" name=""/>
        <dsp:cNvSpPr/>
      </dsp:nvSpPr>
      <dsp:spPr>
        <a:xfrm>
          <a:off x="4119918" y="256422"/>
          <a:ext cx="1818562" cy="1818562"/>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937B01A-BE51-493D-A7E0-75F0693B0880}">
      <dsp:nvSpPr>
        <dsp:cNvPr id="0" name=""/>
        <dsp:cNvSpPr/>
      </dsp:nvSpPr>
      <dsp:spPr>
        <a:xfrm>
          <a:off x="4507481" y="643984"/>
          <a:ext cx="1043437" cy="104343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D5050A2-622E-4C63-B441-19F1CAC13E62}">
      <dsp:nvSpPr>
        <dsp:cNvPr id="0" name=""/>
        <dsp:cNvSpPr/>
      </dsp:nvSpPr>
      <dsp:spPr>
        <a:xfrm>
          <a:off x="3538574" y="2641422"/>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90000"/>
            </a:lnSpc>
            <a:spcBef>
              <a:spcPct val="0"/>
            </a:spcBef>
            <a:spcAft>
              <a:spcPct val="35000"/>
            </a:spcAft>
            <a:buNone/>
            <a:defRPr cap="all"/>
          </a:pPr>
          <a:r>
            <a:rPr lang="en-US" sz="2100" kern="1200"/>
            <a:t>Effects are delayed but reliable</a:t>
          </a:r>
        </a:p>
      </dsp:txBody>
      <dsp:txXfrm>
        <a:off x="3538574" y="2641422"/>
        <a:ext cx="2981250" cy="720000"/>
      </dsp:txXfrm>
    </dsp:sp>
    <dsp:sp modelId="{50440597-6A95-46C7-994B-8C1CF8A5679F}">
      <dsp:nvSpPr>
        <dsp:cNvPr id="0" name=""/>
        <dsp:cNvSpPr/>
      </dsp:nvSpPr>
      <dsp:spPr>
        <a:xfrm>
          <a:off x="7622887" y="256422"/>
          <a:ext cx="1818562" cy="1818562"/>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73339BC-0486-49B6-9CA9-AE7BD79C29F3}">
      <dsp:nvSpPr>
        <dsp:cNvPr id="0" name=""/>
        <dsp:cNvSpPr/>
      </dsp:nvSpPr>
      <dsp:spPr>
        <a:xfrm>
          <a:off x="8010450" y="643984"/>
          <a:ext cx="1043437" cy="104343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CD9F8BF-1A1B-4133-8CB0-566B82316793}">
      <dsp:nvSpPr>
        <dsp:cNvPr id="0" name=""/>
        <dsp:cNvSpPr/>
      </dsp:nvSpPr>
      <dsp:spPr>
        <a:xfrm>
          <a:off x="7041543" y="2641422"/>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90000"/>
            </a:lnSpc>
            <a:spcBef>
              <a:spcPct val="0"/>
            </a:spcBef>
            <a:spcAft>
              <a:spcPct val="35000"/>
            </a:spcAft>
            <a:buNone/>
            <a:defRPr cap="all"/>
          </a:pPr>
          <a:r>
            <a:rPr lang="en-US" sz="2100" kern="1200"/>
            <a:t>Results align with literature</a:t>
          </a:r>
        </a:p>
      </dsp:txBody>
      <dsp:txXfrm>
        <a:off x="7041543" y="2641422"/>
        <a:ext cx="2981250" cy="72000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1C19A8-8078-4AB1-8D6E-3D914188BD8C}">
      <dsp:nvSpPr>
        <dsp:cNvPr id="0" name=""/>
        <dsp:cNvSpPr/>
      </dsp:nvSpPr>
      <dsp:spPr>
        <a:xfrm>
          <a:off x="616949" y="256422"/>
          <a:ext cx="1818562" cy="1818562"/>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987ED95-C708-46A7-B9FC-D2C9C430576C}">
      <dsp:nvSpPr>
        <dsp:cNvPr id="0" name=""/>
        <dsp:cNvSpPr/>
      </dsp:nvSpPr>
      <dsp:spPr>
        <a:xfrm>
          <a:off x="1004512" y="643984"/>
          <a:ext cx="1043437" cy="104343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062827A-C7D7-4B39-ADE8-4A03B67AC6C3}">
      <dsp:nvSpPr>
        <dsp:cNvPr id="0" name=""/>
        <dsp:cNvSpPr/>
      </dsp:nvSpPr>
      <dsp:spPr>
        <a:xfrm>
          <a:off x="35606" y="2641422"/>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90000"/>
            </a:lnSpc>
            <a:spcBef>
              <a:spcPct val="0"/>
            </a:spcBef>
            <a:spcAft>
              <a:spcPct val="35000"/>
            </a:spcAft>
            <a:buNone/>
            <a:defRPr cap="all"/>
          </a:pPr>
          <a:r>
            <a:rPr lang="en-US" sz="2100" kern="1200"/>
            <a:t>Observational data</a:t>
          </a:r>
        </a:p>
      </dsp:txBody>
      <dsp:txXfrm>
        <a:off x="35606" y="2641422"/>
        <a:ext cx="2981250" cy="720000"/>
      </dsp:txXfrm>
    </dsp:sp>
    <dsp:sp modelId="{5A580BE0-2B3E-4A9B-9F96-A8009806B8EE}">
      <dsp:nvSpPr>
        <dsp:cNvPr id="0" name=""/>
        <dsp:cNvSpPr/>
      </dsp:nvSpPr>
      <dsp:spPr>
        <a:xfrm>
          <a:off x="4119918" y="256422"/>
          <a:ext cx="1818562" cy="1818562"/>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804B62-161E-4C2F-958F-077F94EB057E}">
      <dsp:nvSpPr>
        <dsp:cNvPr id="0" name=""/>
        <dsp:cNvSpPr/>
      </dsp:nvSpPr>
      <dsp:spPr>
        <a:xfrm>
          <a:off x="4507481" y="643984"/>
          <a:ext cx="1043437" cy="104343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691E50F-353C-4EF3-9AA1-95C88C376465}">
      <dsp:nvSpPr>
        <dsp:cNvPr id="0" name=""/>
        <dsp:cNvSpPr/>
      </dsp:nvSpPr>
      <dsp:spPr>
        <a:xfrm>
          <a:off x="3538574" y="2641422"/>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90000"/>
            </a:lnSpc>
            <a:spcBef>
              <a:spcPct val="0"/>
            </a:spcBef>
            <a:spcAft>
              <a:spcPct val="35000"/>
            </a:spcAft>
            <a:buNone/>
            <a:defRPr cap="all"/>
          </a:pPr>
          <a:r>
            <a:rPr lang="en-US" sz="2100" kern="1200"/>
            <a:t>Variation in country reporting</a:t>
          </a:r>
        </a:p>
      </dsp:txBody>
      <dsp:txXfrm>
        <a:off x="3538574" y="2641422"/>
        <a:ext cx="2981250" cy="720000"/>
      </dsp:txXfrm>
    </dsp:sp>
    <dsp:sp modelId="{0B5F4DA6-6153-4BF8-BD04-252BEF6A2D3D}">
      <dsp:nvSpPr>
        <dsp:cNvPr id="0" name=""/>
        <dsp:cNvSpPr/>
      </dsp:nvSpPr>
      <dsp:spPr>
        <a:xfrm>
          <a:off x="7622887" y="256422"/>
          <a:ext cx="1818562" cy="1818562"/>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5A5D702-A6BF-4BA7-A7E6-A3DB6184D944}">
      <dsp:nvSpPr>
        <dsp:cNvPr id="0" name=""/>
        <dsp:cNvSpPr/>
      </dsp:nvSpPr>
      <dsp:spPr>
        <a:xfrm>
          <a:off x="8010450" y="643984"/>
          <a:ext cx="1043437" cy="104343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F734BC9-9F08-4927-8E5E-AE981E1D28F6}">
      <dsp:nvSpPr>
        <dsp:cNvPr id="0" name=""/>
        <dsp:cNvSpPr/>
      </dsp:nvSpPr>
      <dsp:spPr>
        <a:xfrm>
          <a:off x="7041543" y="2641422"/>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90000"/>
            </a:lnSpc>
            <a:spcBef>
              <a:spcPct val="0"/>
            </a:spcBef>
            <a:spcAft>
              <a:spcPct val="35000"/>
            </a:spcAft>
            <a:buNone/>
            <a:defRPr cap="all"/>
          </a:pPr>
          <a:r>
            <a:rPr lang="en-US" sz="2100" kern="1200"/>
            <a:t>Cannot measure all policy differences</a:t>
          </a:r>
        </a:p>
      </dsp:txBody>
      <dsp:txXfrm>
        <a:off x="7041543" y="2641422"/>
        <a:ext cx="2981250" cy="72000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4B3F56-85B6-F048-BD22-0288F67091D5}">
      <dsp:nvSpPr>
        <dsp:cNvPr id="0" name=""/>
        <dsp:cNvSpPr/>
      </dsp:nvSpPr>
      <dsp:spPr>
        <a:xfrm>
          <a:off x="1227" y="1090640"/>
          <a:ext cx="2873126" cy="1436563"/>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9055" tIns="39370" rIns="59055" bIns="39370" numCol="1" spcCol="1270" anchor="ctr" anchorCtr="0">
          <a:noAutofit/>
        </a:bodyPr>
        <a:lstStyle/>
        <a:p>
          <a:pPr marL="0" lvl="0" indent="0" algn="ctr" defTabSz="1377950">
            <a:lnSpc>
              <a:spcPct val="90000"/>
            </a:lnSpc>
            <a:spcBef>
              <a:spcPct val="0"/>
            </a:spcBef>
            <a:spcAft>
              <a:spcPct val="35000"/>
            </a:spcAft>
            <a:buNone/>
          </a:pPr>
          <a:r>
            <a:rPr lang="en-US" sz="3100" kern="1200"/>
            <a:t>Hypothesis supported</a:t>
          </a:r>
        </a:p>
      </dsp:txBody>
      <dsp:txXfrm>
        <a:off x="43302" y="1132715"/>
        <a:ext cx="2788976" cy="1352413"/>
      </dsp:txXfrm>
    </dsp:sp>
    <dsp:sp modelId="{A8425B9D-E750-2A4E-9AF8-69A7601537C2}">
      <dsp:nvSpPr>
        <dsp:cNvPr id="0" name=""/>
        <dsp:cNvSpPr/>
      </dsp:nvSpPr>
      <dsp:spPr>
        <a:xfrm>
          <a:off x="3592636" y="1090640"/>
          <a:ext cx="2873126" cy="1436563"/>
        </a:xfrm>
        <a:prstGeom prst="roundRect">
          <a:avLst>
            <a:gd name="adj" fmla="val 10000"/>
          </a:avLst>
        </a:prstGeom>
        <a:solidFill>
          <a:schemeClr val="accent2">
            <a:hueOff val="953895"/>
            <a:satOff val="-21764"/>
            <a:lumOff val="8039"/>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9055" tIns="39370" rIns="59055" bIns="39370" numCol="1" spcCol="1270" anchor="ctr" anchorCtr="0">
          <a:noAutofit/>
        </a:bodyPr>
        <a:lstStyle/>
        <a:p>
          <a:pPr marL="0" lvl="0" indent="0" algn="ctr" defTabSz="1377950">
            <a:lnSpc>
              <a:spcPct val="90000"/>
            </a:lnSpc>
            <a:spcBef>
              <a:spcPct val="0"/>
            </a:spcBef>
            <a:spcAft>
              <a:spcPct val="35000"/>
            </a:spcAft>
            <a:buNone/>
          </a:pPr>
          <a:r>
            <a:rPr lang="en-US" sz="3100" kern="1200"/>
            <a:t>Testing slows case growth</a:t>
          </a:r>
        </a:p>
      </dsp:txBody>
      <dsp:txXfrm>
        <a:off x="3634711" y="1132715"/>
        <a:ext cx="2788976" cy="1352413"/>
      </dsp:txXfrm>
    </dsp:sp>
    <dsp:sp modelId="{D81EFF0B-F139-A945-B4C3-2C753485C54F}">
      <dsp:nvSpPr>
        <dsp:cNvPr id="0" name=""/>
        <dsp:cNvSpPr/>
      </dsp:nvSpPr>
      <dsp:spPr>
        <a:xfrm>
          <a:off x="7184045" y="1090640"/>
          <a:ext cx="2873126" cy="1436563"/>
        </a:xfrm>
        <a:prstGeom prst="roundRect">
          <a:avLst>
            <a:gd name="adj" fmla="val 10000"/>
          </a:avLst>
        </a:prstGeom>
        <a:solidFill>
          <a:schemeClr val="accent2">
            <a:hueOff val="1907789"/>
            <a:satOff val="-43528"/>
            <a:lumOff val="16079"/>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9055" tIns="39370" rIns="59055" bIns="39370" numCol="1" spcCol="1270" anchor="ctr" anchorCtr="0">
          <a:noAutofit/>
        </a:bodyPr>
        <a:lstStyle/>
        <a:p>
          <a:pPr marL="0" lvl="0" indent="0" algn="ctr" defTabSz="1377950">
            <a:lnSpc>
              <a:spcPct val="90000"/>
            </a:lnSpc>
            <a:spcBef>
              <a:spcPct val="0"/>
            </a:spcBef>
            <a:spcAft>
              <a:spcPct val="35000"/>
            </a:spcAft>
            <a:buNone/>
          </a:pPr>
          <a:r>
            <a:rPr lang="en-US" sz="3100" kern="1200"/>
            <a:t>Timing matters (7–14 days)</a:t>
          </a:r>
        </a:p>
      </dsp:txBody>
      <dsp:txXfrm>
        <a:off x="7226120" y="1132715"/>
        <a:ext cx="2788976" cy="1352413"/>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82B1C7-4C1F-4634-A3AA-736F3F194CAB}">
      <dsp:nvSpPr>
        <dsp:cNvPr id="0" name=""/>
        <dsp:cNvSpPr/>
      </dsp:nvSpPr>
      <dsp:spPr>
        <a:xfrm>
          <a:off x="1063980" y="635603"/>
          <a:ext cx="1274535" cy="127453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2E4D494-34EA-4681-A238-6B28411ECD26}">
      <dsp:nvSpPr>
        <dsp:cNvPr id="0" name=""/>
        <dsp:cNvSpPr/>
      </dsp:nvSpPr>
      <dsp:spPr>
        <a:xfrm>
          <a:off x="285097" y="2262241"/>
          <a:ext cx="28323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55700">
            <a:lnSpc>
              <a:spcPct val="90000"/>
            </a:lnSpc>
            <a:spcBef>
              <a:spcPct val="0"/>
            </a:spcBef>
            <a:spcAft>
              <a:spcPct val="35000"/>
            </a:spcAft>
            <a:buNone/>
          </a:pPr>
          <a:r>
            <a:rPr lang="en-US" sz="2600" kern="1200"/>
            <a:t>Add more health-system variables</a:t>
          </a:r>
        </a:p>
      </dsp:txBody>
      <dsp:txXfrm>
        <a:off x="285097" y="2262241"/>
        <a:ext cx="2832300" cy="720000"/>
      </dsp:txXfrm>
    </dsp:sp>
    <dsp:sp modelId="{43793E5E-883C-400C-B8BA-18FC37D08E7A}">
      <dsp:nvSpPr>
        <dsp:cNvPr id="0" name=""/>
        <dsp:cNvSpPr/>
      </dsp:nvSpPr>
      <dsp:spPr>
        <a:xfrm>
          <a:off x="4391932" y="635603"/>
          <a:ext cx="1274535" cy="127453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9667C2C-490D-47BF-8E0D-13ABA0521DF0}">
      <dsp:nvSpPr>
        <dsp:cNvPr id="0" name=""/>
        <dsp:cNvSpPr/>
      </dsp:nvSpPr>
      <dsp:spPr>
        <a:xfrm>
          <a:off x="3613050" y="2262241"/>
          <a:ext cx="28323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55700">
            <a:lnSpc>
              <a:spcPct val="90000"/>
            </a:lnSpc>
            <a:spcBef>
              <a:spcPct val="0"/>
            </a:spcBef>
            <a:spcAft>
              <a:spcPct val="35000"/>
            </a:spcAft>
            <a:buNone/>
          </a:pPr>
          <a:r>
            <a:rPr lang="en-US" sz="2600" kern="1200"/>
            <a:t>Use advanced causal inference</a:t>
          </a:r>
        </a:p>
      </dsp:txBody>
      <dsp:txXfrm>
        <a:off x="3613050" y="2262241"/>
        <a:ext cx="2832300" cy="720000"/>
      </dsp:txXfrm>
    </dsp:sp>
    <dsp:sp modelId="{5FE9D2F2-C38C-468F-A068-844D35A10A6A}">
      <dsp:nvSpPr>
        <dsp:cNvPr id="0" name=""/>
        <dsp:cNvSpPr/>
      </dsp:nvSpPr>
      <dsp:spPr>
        <a:xfrm>
          <a:off x="7719885" y="635603"/>
          <a:ext cx="1274535" cy="127453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0DE90FA-3627-471B-BE0A-D0191ACD69F0}">
      <dsp:nvSpPr>
        <dsp:cNvPr id="0" name=""/>
        <dsp:cNvSpPr/>
      </dsp:nvSpPr>
      <dsp:spPr>
        <a:xfrm>
          <a:off x="6941002" y="2262241"/>
          <a:ext cx="28323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55700">
            <a:lnSpc>
              <a:spcPct val="90000"/>
            </a:lnSpc>
            <a:spcBef>
              <a:spcPct val="0"/>
            </a:spcBef>
            <a:spcAft>
              <a:spcPct val="35000"/>
            </a:spcAft>
            <a:buNone/>
          </a:pPr>
          <a:r>
            <a:rPr lang="en-US" sz="2600" kern="1200"/>
            <a:t>Integrate real-time dashboards</a:t>
          </a:r>
        </a:p>
      </dsp:txBody>
      <dsp:txXfrm>
        <a:off x="6941002" y="2262241"/>
        <a:ext cx="2832300" cy="720000"/>
      </dsp:txXfrm>
    </dsp:sp>
  </dsp:spTree>
</dsp:drawing>
</file>

<file path=ppt/diagrams/layout1.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6.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8/layout/AlternatingHexagons">
  <dgm:title val=""/>
  <dgm:desc val=""/>
  <dgm:catLst>
    <dgm:cat type="list" pri="1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animLvl val="lvl"/>
    </dgm:varLst>
    <dgm:alg type="lin">
      <dgm:param type="linDir" val="fromT"/>
    </dgm:alg>
    <dgm:shape xmlns:r="http://schemas.openxmlformats.org/officeDocument/2006/relationships" r:blip="">
      <dgm:adjLst/>
    </dgm:shape>
    <dgm:constrLst>
      <dgm:constr type="primFontSz" for="des" forName="Parent1" val="65"/>
      <dgm:constr type="primFontSz" for="des" forName="Childtext1" refType="primFontSz" refFor="des" refForName="Parent1" op="lte"/>
      <dgm:constr type="w" for="ch" forName="composite" refType="w"/>
      <dgm:constr type="h" for="ch" forName="composite" refType="h"/>
      <dgm:constr type="h" for="ch" forName="spaceBetweenRectangles" refType="w" refFor="ch" refForName="composite" fact="-0.042"/>
      <dgm:constr type="sp" refType="h" refFor="ch" refForName="composite" op="equ" fact="0.1"/>
    </dgm:constrLst>
    <dgm:forEach name="nodesForEach" axis="ch" ptType="node">
      <dgm:layoutNode name="composite">
        <dgm:alg type="composite">
          <dgm:param type="ar" val="3.6"/>
        </dgm:alg>
        <dgm:shape xmlns:r="http://schemas.openxmlformats.org/officeDocument/2006/relationships" r:blip="">
          <dgm:adjLst/>
        </dgm:shape>
        <dgm:choose name="Name1">
          <dgm:if name="Name2" func="var" arg="dir" op="equ" val="norm">
            <dgm:choose name="Name3">
              <dgm:if name="Name4" axis="self" ptType="node" func="posOdd" op="equ" val="1">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dgm:constr type="h" for="ch" forName="BalanceSpacing" refType="h" fact="0.1"/>
                  <dgm:constr type="l" for="ch" forName="BalanceSpacing1" refType="w" fact="0.69"/>
                  <dgm:constr type="t" for="ch" forName="BalanceSpacing1" refType="h" fact="0.2"/>
                  <dgm:constr type="w" for="ch" forName="BalanceSpacing1" refType="w" fact="0.31"/>
                  <dgm:constr type="h" for="ch" forName="BalanceSpacing1" refType="h" fact="0.6"/>
                </dgm:constrLst>
              </dgm:if>
              <dgm:else name="Name5">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 type="l" for="ch" forName="BalanceSpacing1" refType="w" fact="0"/>
                  <dgm:constr type="t" for="ch" forName="BalanceSpacing1" refType="h" fact="0.2"/>
                  <dgm:constr type="w" for="ch" forName="BalanceSpacing1" refType="w" fact="0.3"/>
                  <dgm:constr type="h" for="ch" forName="BalanceSpacing1" refType="h" fact="0.6"/>
                </dgm:constrLst>
              </dgm:else>
            </dgm:choose>
          </dgm:if>
          <dgm:else name="Name6">
            <dgm:choose name="Name7">
              <dgm:if name="Name8" axis="self" ptType="node" func="posOdd" op="equ" val="1">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Lst>
              </dgm:if>
              <dgm:else name="Name9">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fact="0.18"/>
                  <dgm:constr type="h" for="ch" forName="BalanceSpacing" refType="h"/>
                </dgm:constrLst>
              </dgm:else>
            </dgm:choose>
          </dgm:else>
        </dgm:choose>
        <dgm:layoutNode name="Parent1" styleLbl="node1">
          <dgm:varLst>
            <dgm:chMax val="1"/>
            <dgm:chPref val="1"/>
            <dgm:bulletEnabled val="1"/>
          </dgm:varLst>
          <dgm:alg type="tx"/>
          <dgm:shape xmlns:r="http://schemas.openxmlformats.org/officeDocument/2006/relationships" rot="90" type="hexagon" r:blip="">
            <dgm:adjLst>
              <dgm:adj idx="1" val="0.25"/>
              <dgm:adj idx="2" val="1.154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hildtext1" styleLbl="revTx">
          <dgm:varLst>
            <dgm:chMax val="0"/>
            <dgm:chPref val="0"/>
            <dgm:bulletEnabled val="1"/>
          </dgm:varLst>
          <dgm:choose name="Name10">
            <dgm:if name="Name11" func="var" arg="dir" op="equ" val="norm">
              <dgm:choose name="Name12">
                <dgm:if name="Name13" axis="self" ptType="node" func="posOdd" op="equ" val="1">
                  <dgm:alg type="tx">
                    <dgm:param type="parTxLTRAlign" val="l"/>
                  </dgm:alg>
                </dgm:if>
                <dgm:else name="Name14">
                  <dgm:alg type="tx">
                    <dgm:param type="parTxLTRAlign" val="r"/>
                  </dgm:alg>
                </dgm:else>
              </dgm:choose>
            </dgm:if>
            <dgm:else name="Name15">
              <dgm:choose name="Name16">
                <dgm:if name="Name17" axis="self" ptType="node" func="posOdd" op="equ" val="1">
                  <dgm:alg type="tx">
                    <dgm:param type="parTxLTRAlign" val="r"/>
                  </dgm:alg>
                </dgm:if>
                <dgm:else name="Name18">
                  <dgm:alg type="tx">
                    <dgm:param type="parTxLTRAlign" val="l"/>
                  </dgm:alg>
                </dgm:else>
              </dgm:choose>
            </dgm:else>
          </dgm:choose>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BalanceSpacing">
          <dgm:alg type="sp"/>
          <dgm:shape xmlns:r="http://schemas.openxmlformats.org/officeDocument/2006/relationships" r:blip="">
            <dgm:adjLst/>
          </dgm:shape>
        </dgm:layoutNode>
        <dgm:layoutNode name="BalanceSpacing1">
          <dgm:alg type="sp"/>
          <dgm:shape xmlns:r="http://schemas.openxmlformats.org/officeDocument/2006/relationships" r:blip="">
            <dgm:adjLst/>
          </dgm:shape>
        </dgm:layoutNode>
        <dgm:forEach name="Name19" axis="followSib" ptType="sibTrans" hideLastTrans="0" cnt="1">
          <dgm:layoutNode name="Accent1Text" styleLbl="node1">
            <dgm:alg type="tx"/>
            <dgm:shape xmlns:r="http://schemas.openxmlformats.org/officeDocument/2006/relationships" rot="90" type="hexagon" r:blip="">
              <dgm:adjLst>
                <dgm:adj idx="1" val="0.25"/>
                <dgm:adj idx="2" val="1.1547"/>
              </dgm:adjLst>
            </dgm:shape>
            <dgm:presOf axis="self" ptType="sibTrans"/>
            <dgm:constrLst>
              <dgm:constr type="lMarg"/>
              <dgm:constr type="rMarg"/>
              <dgm:constr type="tMarg"/>
              <dgm:constr type="bMarg"/>
            </dgm:constrLst>
            <dgm:ruleLst>
              <dgm:rule type="primFontSz" val="5" fact="NaN" max="NaN"/>
            </dgm:ruleLst>
          </dgm:layoutNode>
        </dgm:forEach>
      </dgm:layoutNode>
      <dgm:forEach name="Name2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9.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10.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922AB7-D336-F14F-AABA-84BE4886F9A5}" type="datetimeFigureOut">
              <a:rPr lang="en-US" smtClean="0"/>
              <a:t>11/13/25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D8925A-2082-9944-96F3-265E2E93E78D}" type="slidenum">
              <a:rPr lang="en-US" smtClean="0"/>
              <a:t>‹#›</a:t>
            </a:fld>
            <a:endParaRPr lang="en-US"/>
          </a:p>
        </p:txBody>
      </p:sp>
    </p:spTree>
    <p:extLst>
      <p:ext uri="{BB962C8B-B14F-4D97-AF65-F5344CB8AC3E}">
        <p14:creationId xmlns:p14="http://schemas.microsoft.com/office/powerpoint/2010/main" val="22605554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Hello, my name is Debbie Cung, and welcome to my final thesis presentation for INFO I-492. In this project, I analyze global COVID-19 testing data to understand how testing influenced the spread of active cases across countries. I will walk through the background, hypothesis, literature findings, the dataset and methods, and then present the results, discussion, and implications.</a:t>
            </a:r>
          </a:p>
          <a:p>
            <a:endParaRPr lang="en-US" dirty="0"/>
          </a:p>
        </p:txBody>
      </p:sp>
      <p:sp>
        <p:nvSpPr>
          <p:cNvPr id="4" name="Slide Number Placeholder 3"/>
          <p:cNvSpPr>
            <a:spLocks noGrp="1"/>
          </p:cNvSpPr>
          <p:nvPr>
            <p:ph type="sldNum" sz="quarter" idx="5"/>
          </p:nvPr>
        </p:nvSpPr>
        <p:spPr/>
        <p:txBody>
          <a:bodyPr/>
          <a:lstStyle/>
          <a:p>
            <a:fld id="{B5D8925A-2082-9944-96F3-265E2E93E78D}" type="slidenum">
              <a:rPr lang="en-US" smtClean="0"/>
              <a:t>1</a:t>
            </a:fld>
            <a:endParaRPr lang="en-US"/>
          </a:p>
        </p:txBody>
      </p:sp>
    </p:spTree>
    <p:extLst>
      <p:ext uri="{BB962C8B-B14F-4D97-AF65-F5344CB8AC3E}">
        <p14:creationId xmlns:p14="http://schemas.microsoft.com/office/powerpoint/2010/main" val="520792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set the stage, COVID-19 led to enormous global health and economic disruption. Testing quickly became one of the primary tools used to identify infected individuals and slow spread. However, testing capacity varied widely across countries, raising an important question—did more testing actually help control the pandemic? This project explores that question using global daily testing data.</a:t>
            </a:r>
          </a:p>
          <a:p>
            <a:endParaRPr lang="en-US" dirty="0"/>
          </a:p>
        </p:txBody>
      </p:sp>
      <p:sp>
        <p:nvSpPr>
          <p:cNvPr id="4" name="Slide Number Placeholder 3"/>
          <p:cNvSpPr>
            <a:spLocks noGrp="1"/>
          </p:cNvSpPr>
          <p:nvPr>
            <p:ph type="sldNum" sz="quarter" idx="5"/>
          </p:nvPr>
        </p:nvSpPr>
        <p:spPr/>
        <p:txBody>
          <a:bodyPr/>
          <a:lstStyle/>
          <a:p>
            <a:fld id="{B5D8925A-2082-9944-96F3-265E2E93E78D}" type="slidenum">
              <a:rPr lang="en-US" smtClean="0"/>
              <a:t>2</a:t>
            </a:fld>
            <a:endParaRPr lang="en-US"/>
          </a:p>
        </p:txBody>
      </p:sp>
    </p:spTree>
    <p:extLst>
      <p:ext uri="{BB962C8B-B14F-4D97-AF65-F5344CB8AC3E}">
        <p14:creationId xmlns:p14="http://schemas.microsoft.com/office/powerpoint/2010/main" val="15383909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Although many studies looked at various aspects of the pandemic, global evidence linking testing directly to case outcomes remained limited. Many researchers studied testing alone or outcomes alone, but not in an integrated way. This project fills that gap by using a standardized global dataset to measure the association between daily testing and COVID-19 case growth.</a:t>
            </a:r>
          </a:p>
          <a:p>
            <a:endParaRPr lang="en-US" dirty="0"/>
          </a:p>
        </p:txBody>
      </p:sp>
      <p:sp>
        <p:nvSpPr>
          <p:cNvPr id="4" name="Slide Number Placeholder 3"/>
          <p:cNvSpPr>
            <a:spLocks noGrp="1"/>
          </p:cNvSpPr>
          <p:nvPr>
            <p:ph type="sldNum" sz="quarter" idx="5"/>
          </p:nvPr>
        </p:nvSpPr>
        <p:spPr/>
        <p:txBody>
          <a:bodyPr/>
          <a:lstStyle/>
          <a:p>
            <a:fld id="{B5D8925A-2082-9944-96F3-265E2E93E78D}" type="slidenum">
              <a:rPr lang="en-US" smtClean="0"/>
              <a:t>3</a:t>
            </a:fld>
            <a:endParaRPr lang="en-US"/>
          </a:p>
        </p:txBody>
      </p:sp>
    </p:spTree>
    <p:extLst>
      <p:ext uri="{BB962C8B-B14F-4D97-AF65-F5344CB8AC3E}">
        <p14:creationId xmlns:p14="http://schemas.microsoft.com/office/powerpoint/2010/main" val="29997626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My main hypothesis is that as countries increase their daily testing rates, active case growth should decrease after a short delay, since early detection helps isolate cases before they spread further.</a:t>
            </a:r>
          </a:p>
          <a:p>
            <a:endParaRPr lang="en-US" dirty="0"/>
          </a:p>
        </p:txBody>
      </p:sp>
      <p:sp>
        <p:nvSpPr>
          <p:cNvPr id="4" name="Slide Number Placeholder 3"/>
          <p:cNvSpPr>
            <a:spLocks noGrp="1"/>
          </p:cNvSpPr>
          <p:nvPr>
            <p:ph type="sldNum" sz="quarter" idx="5"/>
          </p:nvPr>
        </p:nvSpPr>
        <p:spPr/>
        <p:txBody>
          <a:bodyPr/>
          <a:lstStyle/>
          <a:p>
            <a:fld id="{B5D8925A-2082-9944-96F3-265E2E93E78D}" type="slidenum">
              <a:rPr lang="en-US" smtClean="0"/>
              <a:t>4</a:t>
            </a:fld>
            <a:endParaRPr lang="en-US"/>
          </a:p>
        </p:txBody>
      </p:sp>
    </p:spTree>
    <p:extLst>
      <p:ext uri="{BB962C8B-B14F-4D97-AF65-F5344CB8AC3E}">
        <p14:creationId xmlns:p14="http://schemas.microsoft.com/office/powerpoint/2010/main" val="9842387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Scholars consistently show that early and widespread testing is crucial for slowing transmission. However, they also highlight issues such as inconsistent data reporting and uneven access to healthcare resources. Most importantly, previous research rarely links testing directly to epidemiological outcomes in a unified framework—this is the primary gap my study addresses.</a:t>
            </a:r>
          </a:p>
          <a:p>
            <a:endParaRPr lang="en-US" dirty="0"/>
          </a:p>
        </p:txBody>
      </p:sp>
      <p:sp>
        <p:nvSpPr>
          <p:cNvPr id="4" name="Slide Number Placeholder 3"/>
          <p:cNvSpPr>
            <a:spLocks noGrp="1"/>
          </p:cNvSpPr>
          <p:nvPr>
            <p:ph type="sldNum" sz="quarter" idx="5"/>
          </p:nvPr>
        </p:nvSpPr>
        <p:spPr/>
        <p:txBody>
          <a:bodyPr/>
          <a:lstStyle/>
          <a:p>
            <a:fld id="{B5D8925A-2082-9944-96F3-265E2E93E78D}" type="slidenum">
              <a:rPr lang="en-US" smtClean="0"/>
              <a:t>5</a:t>
            </a:fld>
            <a:endParaRPr lang="en-US"/>
          </a:p>
        </p:txBody>
      </p:sp>
    </p:spTree>
    <p:extLst>
      <p:ext uri="{BB962C8B-B14F-4D97-AF65-F5344CB8AC3E}">
        <p14:creationId xmlns:p14="http://schemas.microsoft.com/office/powerpoint/2010/main" val="40195773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Studies by </a:t>
            </a:r>
            <a:r>
              <a:rPr lang="en-US" dirty="0" err="1"/>
              <a:t>Chinazzi</a:t>
            </a:r>
            <a:r>
              <a:rPr lang="en-US" dirty="0"/>
              <a:t>, Walker, and Li emphasize the importance of early testing but note large differences in capacity. Other work shows that hospitals with limited resources experienced worse outcomes. Policy studies highlight that testing improves the effectiveness of restrictions. Together, these findings suggest strong potential links between testing and case outcomes, but these links haven’t been measured at scale.</a:t>
            </a:r>
          </a:p>
          <a:p>
            <a:endParaRPr lang="en-US" dirty="0"/>
          </a:p>
        </p:txBody>
      </p:sp>
      <p:sp>
        <p:nvSpPr>
          <p:cNvPr id="4" name="Slide Number Placeholder 3"/>
          <p:cNvSpPr>
            <a:spLocks noGrp="1"/>
          </p:cNvSpPr>
          <p:nvPr>
            <p:ph type="sldNum" sz="quarter" idx="5"/>
          </p:nvPr>
        </p:nvSpPr>
        <p:spPr/>
        <p:txBody>
          <a:bodyPr/>
          <a:lstStyle/>
          <a:p>
            <a:fld id="{B5D8925A-2082-9944-96F3-265E2E93E78D}" type="slidenum">
              <a:rPr lang="en-US" smtClean="0"/>
              <a:t>6</a:t>
            </a:fld>
            <a:endParaRPr lang="en-US"/>
          </a:p>
        </p:txBody>
      </p:sp>
    </p:spTree>
    <p:extLst>
      <p:ext uri="{BB962C8B-B14F-4D97-AF65-F5344CB8AC3E}">
        <p14:creationId xmlns:p14="http://schemas.microsoft.com/office/powerpoint/2010/main" val="38593074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analysis uses the Kaggle COVID-19 Worldwide Testing Data file, which provides daily testing, case, recovery, and death counts for over one hundred countries. It allows consistent cross-country comparisons over the course of the pandemic.</a:t>
            </a:r>
          </a:p>
          <a:p>
            <a:endParaRPr lang="en-US" dirty="0"/>
          </a:p>
        </p:txBody>
      </p:sp>
      <p:sp>
        <p:nvSpPr>
          <p:cNvPr id="4" name="Slide Number Placeholder 3"/>
          <p:cNvSpPr>
            <a:spLocks noGrp="1"/>
          </p:cNvSpPr>
          <p:nvPr>
            <p:ph type="sldNum" sz="quarter" idx="5"/>
          </p:nvPr>
        </p:nvSpPr>
        <p:spPr/>
        <p:txBody>
          <a:bodyPr/>
          <a:lstStyle/>
          <a:p>
            <a:fld id="{B5D8925A-2082-9944-96F3-265E2E93E78D}" type="slidenum">
              <a:rPr lang="en-US" smtClean="0"/>
              <a:t>7</a:t>
            </a:fld>
            <a:endParaRPr lang="en-US"/>
          </a:p>
        </p:txBody>
      </p:sp>
    </p:spTree>
    <p:extLst>
      <p:ext uri="{BB962C8B-B14F-4D97-AF65-F5344CB8AC3E}">
        <p14:creationId xmlns:p14="http://schemas.microsoft.com/office/powerpoint/2010/main" val="37505153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prepare the dataset, I removed invalid negative values, filled missing data within countries, then smoothed noisy patterns using 7-day averages. I also created growth-rate variables and lagged testing values to measure how testing affects case changes over time.</a:t>
            </a:r>
          </a:p>
          <a:p>
            <a:endParaRPr lang="en-US" dirty="0"/>
          </a:p>
        </p:txBody>
      </p:sp>
      <p:sp>
        <p:nvSpPr>
          <p:cNvPr id="4" name="Slide Number Placeholder 3"/>
          <p:cNvSpPr>
            <a:spLocks noGrp="1"/>
          </p:cNvSpPr>
          <p:nvPr>
            <p:ph type="sldNum" sz="quarter" idx="5"/>
          </p:nvPr>
        </p:nvSpPr>
        <p:spPr/>
        <p:txBody>
          <a:bodyPr/>
          <a:lstStyle/>
          <a:p>
            <a:fld id="{B5D8925A-2082-9944-96F3-265E2E93E78D}" type="slidenum">
              <a:rPr lang="en-US" smtClean="0"/>
              <a:t>8</a:t>
            </a:fld>
            <a:endParaRPr lang="en-US"/>
          </a:p>
        </p:txBody>
      </p:sp>
    </p:spTree>
    <p:extLst>
      <p:ext uri="{BB962C8B-B14F-4D97-AF65-F5344CB8AC3E}">
        <p14:creationId xmlns:p14="http://schemas.microsoft.com/office/powerpoint/2010/main" val="22016115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My analysis uses a fixed-effects regression model, which controls for country-specific and time-specific differences. I confirm reliability using bootstrap and jackknife tests and examine timing effects using distributed-lag modeling.</a:t>
            </a:r>
          </a:p>
          <a:p>
            <a:endParaRPr lang="en-US" dirty="0"/>
          </a:p>
        </p:txBody>
      </p:sp>
      <p:sp>
        <p:nvSpPr>
          <p:cNvPr id="4" name="Slide Number Placeholder 3"/>
          <p:cNvSpPr>
            <a:spLocks noGrp="1"/>
          </p:cNvSpPr>
          <p:nvPr>
            <p:ph type="sldNum" sz="quarter" idx="5"/>
          </p:nvPr>
        </p:nvSpPr>
        <p:spPr/>
        <p:txBody>
          <a:bodyPr/>
          <a:lstStyle/>
          <a:p>
            <a:fld id="{B5D8925A-2082-9944-96F3-265E2E93E78D}" type="slidenum">
              <a:rPr lang="en-US" smtClean="0"/>
              <a:t>9</a:t>
            </a:fld>
            <a:endParaRPr lang="en-US"/>
          </a:p>
        </p:txBody>
      </p:sp>
    </p:spTree>
    <p:extLst>
      <p:ext uri="{BB962C8B-B14F-4D97-AF65-F5344CB8AC3E}">
        <p14:creationId xmlns:p14="http://schemas.microsoft.com/office/powerpoint/2010/main" val="27173081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regression summary shows a clear pattern: testing consistently predicts slower active-case growth. The negative coefficients remain stable across multiple specifications, confirming the hypothesis.</a:t>
            </a:r>
          </a:p>
          <a:p>
            <a:endParaRPr lang="en-US" dirty="0"/>
          </a:p>
        </p:txBody>
      </p:sp>
      <p:sp>
        <p:nvSpPr>
          <p:cNvPr id="4" name="Slide Number Placeholder 3"/>
          <p:cNvSpPr>
            <a:spLocks noGrp="1"/>
          </p:cNvSpPr>
          <p:nvPr>
            <p:ph type="sldNum" sz="quarter" idx="5"/>
          </p:nvPr>
        </p:nvSpPr>
        <p:spPr/>
        <p:txBody>
          <a:bodyPr/>
          <a:lstStyle/>
          <a:p>
            <a:fld id="{B5D8925A-2082-9944-96F3-265E2E93E78D}" type="slidenum">
              <a:rPr lang="en-US" smtClean="0"/>
              <a:t>10</a:t>
            </a:fld>
            <a:endParaRPr lang="en-US"/>
          </a:p>
        </p:txBody>
      </p:sp>
    </p:spTree>
    <p:extLst>
      <p:ext uri="{BB962C8B-B14F-4D97-AF65-F5344CB8AC3E}">
        <p14:creationId xmlns:p14="http://schemas.microsoft.com/office/powerpoint/2010/main" val="23673662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bootstrap histogram shows that across 1,000 resamples, the estimated effect stays negative. This demonstrates that the main result is not sensitive to random variations in the dataset.</a:t>
            </a:r>
          </a:p>
          <a:p>
            <a:endParaRPr lang="en-US" dirty="0"/>
          </a:p>
        </p:txBody>
      </p:sp>
      <p:sp>
        <p:nvSpPr>
          <p:cNvPr id="4" name="Slide Number Placeholder 3"/>
          <p:cNvSpPr>
            <a:spLocks noGrp="1"/>
          </p:cNvSpPr>
          <p:nvPr>
            <p:ph type="sldNum" sz="quarter" idx="5"/>
          </p:nvPr>
        </p:nvSpPr>
        <p:spPr/>
        <p:txBody>
          <a:bodyPr/>
          <a:lstStyle/>
          <a:p>
            <a:fld id="{B5D8925A-2082-9944-96F3-265E2E93E78D}" type="slidenum">
              <a:rPr lang="en-US" smtClean="0"/>
              <a:t>11</a:t>
            </a:fld>
            <a:endParaRPr lang="en-US"/>
          </a:p>
        </p:txBody>
      </p:sp>
    </p:spTree>
    <p:extLst>
      <p:ext uri="{BB962C8B-B14F-4D97-AF65-F5344CB8AC3E}">
        <p14:creationId xmlns:p14="http://schemas.microsoft.com/office/powerpoint/2010/main" val="1484151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jackknife distribution shows that removing any single country does not change the overall finding. This means no one country dominated the results.</a:t>
            </a:r>
          </a:p>
          <a:p>
            <a:endParaRPr lang="en-US" dirty="0"/>
          </a:p>
        </p:txBody>
      </p:sp>
      <p:sp>
        <p:nvSpPr>
          <p:cNvPr id="4" name="Slide Number Placeholder 3"/>
          <p:cNvSpPr>
            <a:spLocks noGrp="1"/>
          </p:cNvSpPr>
          <p:nvPr>
            <p:ph type="sldNum" sz="quarter" idx="5"/>
          </p:nvPr>
        </p:nvSpPr>
        <p:spPr/>
        <p:txBody>
          <a:bodyPr/>
          <a:lstStyle/>
          <a:p>
            <a:fld id="{B5D8925A-2082-9944-96F3-265E2E93E78D}" type="slidenum">
              <a:rPr lang="en-US" smtClean="0"/>
              <a:t>12</a:t>
            </a:fld>
            <a:endParaRPr lang="en-US"/>
          </a:p>
        </p:txBody>
      </p:sp>
    </p:spTree>
    <p:extLst>
      <p:ext uri="{BB962C8B-B14F-4D97-AF65-F5344CB8AC3E}">
        <p14:creationId xmlns:p14="http://schemas.microsoft.com/office/powerpoint/2010/main" val="4377725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distributed-lag plot reveals that testing has the largest effect about one to two weeks later. This aligns exactly with known infection and reporting timelines.</a:t>
            </a:r>
          </a:p>
          <a:p>
            <a:endParaRPr lang="en-US" dirty="0"/>
          </a:p>
        </p:txBody>
      </p:sp>
      <p:sp>
        <p:nvSpPr>
          <p:cNvPr id="4" name="Slide Number Placeholder 3"/>
          <p:cNvSpPr>
            <a:spLocks noGrp="1"/>
          </p:cNvSpPr>
          <p:nvPr>
            <p:ph type="sldNum" sz="quarter" idx="5"/>
          </p:nvPr>
        </p:nvSpPr>
        <p:spPr/>
        <p:txBody>
          <a:bodyPr/>
          <a:lstStyle/>
          <a:p>
            <a:fld id="{B5D8925A-2082-9944-96F3-265E2E93E78D}" type="slidenum">
              <a:rPr lang="en-US" smtClean="0"/>
              <a:t>13</a:t>
            </a:fld>
            <a:endParaRPr lang="en-US"/>
          </a:p>
        </p:txBody>
      </p:sp>
    </p:spTree>
    <p:extLst>
      <p:ext uri="{BB962C8B-B14F-4D97-AF65-F5344CB8AC3E}">
        <p14:creationId xmlns:p14="http://schemas.microsoft.com/office/powerpoint/2010/main" val="39871960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binned scatter plot makes the relationship visually obvious. After controlling for country and time, higher testing levels correspond to lower growth rates.</a:t>
            </a:r>
          </a:p>
          <a:p>
            <a:endParaRPr lang="en-US" dirty="0"/>
          </a:p>
        </p:txBody>
      </p:sp>
      <p:sp>
        <p:nvSpPr>
          <p:cNvPr id="4" name="Slide Number Placeholder 3"/>
          <p:cNvSpPr>
            <a:spLocks noGrp="1"/>
          </p:cNvSpPr>
          <p:nvPr>
            <p:ph type="sldNum" sz="quarter" idx="5"/>
          </p:nvPr>
        </p:nvSpPr>
        <p:spPr/>
        <p:txBody>
          <a:bodyPr/>
          <a:lstStyle/>
          <a:p>
            <a:fld id="{B5D8925A-2082-9944-96F3-265E2E93E78D}" type="slidenum">
              <a:rPr lang="en-US" smtClean="0"/>
              <a:t>14</a:t>
            </a:fld>
            <a:endParaRPr lang="en-US"/>
          </a:p>
        </p:txBody>
      </p:sp>
    </p:spTree>
    <p:extLst>
      <p:ext uri="{BB962C8B-B14F-4D97-AF65-F5344CB8AC3E}">
        <p14:creationId xmlns:p14="http://schemas.microsoft.com/office/powerpoint/2010/main" val="36223370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These findings confirm that testing is an effective tool for slowing spread. The strongest effects appear after a short delay, supporting the logic of early detection and isolation. The results reinforce and extend previous research.</a:t>
            </a:r>
          </a:p>
          <a:p>
            <a:endParaRPr lang="en-US" dirty="0"/>
          </a:p>
        </p:txBody>
      </p:sp>
      <p:sp>
        <p:nvSpPr>
          <p:cNvPr id="4" name="Slide Number Placeholder 3"/>
          <p:cNvSpPr>
            <a:spLocks noGrp="1"/>
          </p:cNvSpPr>
          <p:nvPr>
            <p:ph type="sldNum" sz="quarter" idx="5"/>
          </p:nvPr>
        </p:nvSpPr>
        <p:spPr/>
        <p:txBody>
          <a:bodyPr/>
          <a:lstStyle/>
          <a:p>
            <a:fld id="{B5D8925A-2082-9944-96F3-265E2E93E78D}" type="slidenum">
              <a:rPr lang="en-US" smtClean="0"/>
              <a:t>15</a:t>
            </a:fld>
            <a:endParaRPr lang="en-US"/>
          </a:p>
        </p:txBody>
      </p:sp>
    </p:spTree>
    <p:extLst>
      <p:ext uri="{BB962C8B-B14F-4D97-AF65-F5344CB8AC3E}">
        <p14:creationId xmlns:p14="http://schemas.microsoft.com/office/powerpoint/2010/main" val="30016170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Some limitations remain, such as country-level reporting variation and the inability to fully separate testing from other policies. Nonetheless, the consistency across robustness tests supports the reliability of the results.</a:t>
            </a:r>
          </a:p>
          <a:p>
            <a:endParaRPr lang="en-US" dirty="0"/>
          </a:p>
        </p:txBody>
      </p:sp>
      <p:sp>
        <p:nvSpPr>
          <p:cNvPr id="4" name="Slide Number Placeholder 3"/>
          <p:cNvSpPr>
            <a:spLocks noGrp="1"/>
          </p:cNvSpPr>
          <p:nvPr>
            <p:ph type="sldNum" sz="quarter" idx="5"/>
          </p:nvPr>
        </p:nvSpPr>
        <p:spPr/>
        <p:txBody>
          <a:bodyPr/>
          <a:lstStyle/>
          <a:p>
            <a:fld id="{B5D8925A-2082-9944-96F3-265E2E93E78D}" type="slidenum">
              <a:rPr lang="en-US" smtClean="0"/>
              <a:t>16</a:t>
            </a:fld>
            <a:endParaRPr lang="en-US"/>
          </a:p>
        </p:txBody>
      </p:sp>
    </p:spTree>
    <p:extLst>
      <p:ext uri="{BB962C8B-B14F-4D97-AF65-F5344CB8AC3E}">
        <p14:creationId xmlns:p14="http://schemas.microsoft.com/office/powerpoint/2010/main" val="40498740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evidence strongly supports the hypothesis. Countries that tested more frequently experienced slower case growth, especially after a one- to two-week lag. Testing should be considered a core component of pandemic response.</a:t>
            </a:r>
          </a:p>
          <a:p>
            <a:endParaRPr lang="en-US" dirty="0"/>
          </a:p>
        </p:txBody>
      </p:sp>
      <p:sp>
        <p:nvSpPr>
          <p:cNvPr id="4" name="Slide Number Placeholder 3"/>
          <p:cNvSpPr>
            <a:spLocks noGrp="1"/>
          </p:cNvSpPr>
          <p:nvPr>
            <p:ph type="sldNum" sz="quarter" idx="5"/>
          </p:nvPr>
        </p:nvSpPr>
        <p:spPr/>
        <p:txBody>
          <a:bodyPr/>
          <a:lstStyle/>
          <a:p>
            <a:fld id="{B5D8925A-2082-9944-96F3-265E2E93E78D}" type="slidenum">
              <a:rPr lang="en-US" smtClean="0"/>
              <a:t>17</a:t>
            </a:fld>
            <a:endParaRPr lang="en-US"/>
          </a:p>
        </p:txBody>
      </p:sp>
    </p:spTree>
    <p:extLst>
      <p:ext uri="{BB962C8B-B14F-4D97-AF65-F5344CB8AC3E}">
        <p14:creationId xmlns:p14="http://schemas.microsoft.com/office/powerpoint/2010/main" val="40166026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Future research should include more detailed hospitalization and vaccination data, apply more advanced causal methods, and build real-time dashboards that support policy decisions during future outbreaks.</a:t>
            </a:r>
          </a:p>
          <a:p>
            <a:endParaRPr lang="en-US" dirty="0"/>
          </a:p>
        </p:txBody>
      </p:sp>
      <p:sp>
        <p:nvSpPr>
          <p:cNvPr id="4" name="Slide Number Placeholder 3"/>
          <p:cNvSpPr>
            <a:spLocks noGrp="1"/>
          </p:cNvSpPr>
          <p:nvPr>
            <p:ph type="sldNum" sz="quarter" idx="5"/>
          </p:nvPr>
        </p:nvSpPr>
        <p:spPr/>
        <p:txBody>
          <a:bodyPr/>
          <a:lstStyle/>
          <a:p>
            <a:fld id="{B5D8925A-2082-9944-96F3-265E2E93E78D}" type="slidenum">
              <a:rPr lang="en-US" smtClean="0"/>
              <a:t>18</a:t>
            </a:fld>
            <a:endParaRPr lang="en-US"/>
          </a:p>
        </p:txBody>
      </p:sp>
    </p:spTree>
    <p:extLst>
      <p:ext uri="{BB962C8B-B14F-4D97-AF65-F5344CB8AC3E}">
        <p14:creationId xmlns:p14="http://schemas.microsoft.com/office/powerpoint/2010/main" val="10640344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Thank you for listening to my presentation. I appreciate your time.</a:t>
            </a:r>
          </a:p>
          <a:p>
            <a:endParaRPr lang="en-US" dirty="0"/>
          </a:p>
        </p:txBody>
      </p:sp>
      <p:sp>
        <p:nvSpPr>
          <p:cNvPr id="4" name="Slide Number Placeholder 3"/>
          <p:cNvSpPr>
            <a:spLocks noGrp="1"/>
          </p:cNvSpPr>
          <p:nvPr>
            <p:ph type="sldNum" sz="quarter" idx="5"/>
          </p:nvPr>
        </p:nvSpPr>
        <p:spPr/>
        <p:txBody>
          <a:bodyPr/>
          <a:lstStyle/>
          <a:p>
            <a:fld id="{B5D8925A-2082-9944-96F3-265E2E93E78D}" type="slidenum">
              <a:rPr lang="en-US" smtClean="0"/>
              <a:t>19</a:t>
            </a:fld>
            <a:endParaRPr lang="en-US"/>
          </a:p>
        </p:txBody>
      </p:sp>
    </p:spTree>
    <p:extLst>
      <p:ext uri="{BB962C8B-B14F-4D97-AF65-F5344CB8AC3E}">
        <p14:creationId xmlns:p14="http://schemas.microsoft.com/office/powerpoint/2010/main" val="916575159"/>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smtClean="0"/>
              <a:t>11/13/25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942361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smtClean="0"/>
              <a:t>11/13/25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34050823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smtClean="0"/>
              <a:t>11/13/25</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0435599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smtClean="0"/>
              <a:t>11/13/25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42493787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smtClean="0"/>
              <a:t>11/13/25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0723781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677919A6-33EB-49BD-A62F-1FA56B9F9712}" type="datetimeFigureOut">
              <a:rPr lang="en-US" smtClean="0"/>
              <a:t>11/13/25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818866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smtClean="0"/>
              <a:t>11/13/25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492262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16AA21-1863-4931-97CB-99D0A168701B}" type="datetimeFigureOut">
              <a:rPr lang="en-US" smtClean="0"/>
              <a:t>11/13/25</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14838976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p:cNvSpPr>
          <p:nvPr>
            <p:ph type="pic" idx="1"/>
          </p:nvPr>
        </p:nvSpPr>
        <p:spPr>
          <a:xfrm>
            <a:off x="0" y="0"/>
            <a:ext cx="8303740" cy="6858000"/>
          </a:xfrm>
          <a:solidFill>
            <a:schemeClr val="tx2">
              <a:lumMod val="20000"/>
              <a:lumOff val="8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72C379-9A7C-4C87-A116-CBE9F58B04C5}" type="datetimeFigureOut">
              <a:rPr lang="en-US" smtClean="0"/>
              <a:t>11/13/25</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4216615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157CC2-0FC8-4686-B024-99790E0F5162}" type="datetimeFigureOut">
              <a:rPr lang="en-US" smtClean="0"/>
              <a:t>11/13/25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35362568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smtClean="0"/>
              <a:t>11/13/25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1358651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smtClean="0"/>
              <a:t>11/13/25</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877551537"/>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slideLayout" Target="../slideLayouts/slideLayout1.xml"/><Relationship Id="rId7" Type="http://schemas.openxmlformats.org/officeDocument/2006/relationships/image" Target="../media/image5.png"/><Relationship Id="rId2" Type="http://schemas.openxmlformats.org/officeDocument/2006/relationships/audio" Target="../media/media1.mp3"/><Relationship Id="rId1" Type="http://schemas.microsoft.com/office/2007/relationships/media" Target="../media/media1.mp3"/><Relationship Id="rId6" Type="http://schemas.microsoft.com/office/2007/relationships/hdphoto" Target="../media/hdphoto2.wdp"/><Relationship Id="rId5" Type="http://schemas.openxmlformats.org/officeDocument/2006/relationships/image" Target="../media/image4.png"/><Relationship Id="rId4" Type="http://schemas.openxmlformats.org/officeDocument/2006/relationships/notesSlide" Target="../notesSlides/notesSlide1.xml"/><Relationship Id="rId9"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2.xml"/><Relationship Id="rId7" Type="http://schemas.microsoft.com/office/2007/relationships/hdphoto" Target="../media/hdphoto2.wdp"/><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8.png"/><Relationship Id="rId5" Type="http://schemas.openxmlformats.org/officeDocument/2006/relationships/image" Target="../media/image7.jpeg"/><Relationship Id="rId10" Type="http://schemas.openxmlformats.org/officeDocument/2006/relationships/image" Target="../media/image6.png"/><Relationship Id="rId4" Type="http://schemas.openxmlformats.org/officeDocument/2006/relationships/notesSlide" Target="../notesSlides/notesSlide2.xml"/><Relationship Id="rId9" Type="http://schemas.microsoft.com/office/2007/relationships/hdphoto" Target="../media/hdphoto1.wdp"/></Relationships>
</file>

<file path=ppt/slides/_rels/slide3.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slideLayout" Target="../slideLayouts/slideLayout2.xml"/><Relationship Id="rId7" Type="http://schemas.openxmlformats.org/officeDocument/2006/relationships/diagramQuickStyle" Target="../diagrams/quickStyle1.xml"/><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diagramLayout" Target="../diagrams/layout1.xml"/><Relationship Id="rId5" Type="http://schemas.openxmlformats.org/officeDocument/2006/relationships/diagramData" Target="../diagrams/data1.xml"/><Relationship Id="rId10" Type="http://schemas.openxmlformats.org/officeDocument/2006/relationships/image" Target="../media/image6.png"/><Relationship Id="rId4" Type="http://schemas.openxmlformats.org/officeDocument/2006/relationships/notesSlide" Target="../notesSlides/notesSlide3.xml"/><Relationship Id="rId9" Type="http://schemas.microsoft.com/office/2007/relationships/diagramDrawing" Target="../diagrams/drawing1.xml"/></Relationships>
</file>

<file path=ppt/slides/_rels/slide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2.xml"/><Relationship Id="rId7" Type="http://schemas.microsoft.com/office/2007/relationships/hdphoto" Target="../media/hdphoto2.wdp"/><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8.png"/><Relationship Id="rId5" Type="http://schemas.openxmlformats.org/officeDocument/2006/relationships/image" Target="../media/image9.jpeg"/><Relationship Id="rId10" Type="http://schemas.openxmlformats.org/officeDocument/2006/relationships/image" Target="../media/image6.png"/><Relationship Id="rId4" Type="http://schemas.openxmlformats.org/officeDocument/2006/relationships/notesSlide" Target="../notesSlides/notesSlide4.xml"/><Relationship Id="rId9"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6.png"/><Relationship Id="rId5" Type="http://schemas.openxmlformats.org/officeDocument/2006/relationships/image" Target="../media/image10.jpe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slideLayout" Target="../slideLayouts/slideLayout2.xml"/><Relationship Id="rId7" Type="http://schemas.openxmlformats.org/officeDocument/2006/relationships/diagramData" Target="../diagrams/data2.xml"/><Relationship Id="rId12" Type="http://schemas.openxmlformats.org/officeDocument/2006/relationships/image" Target="../media/image6.png"/><Relationship Id="rId2" Type="http://schemas.openxmlformats.org/officeDocument/2006/relationships/audio" Target="../media/media6.mp3"/><Relationship Id="rId1" Type="http://schemas.microsoft.com/office/2007/relationships/media" Target="../media/media6.mp3"/><Relationship Id="rId6" Type="http://schemas.microsoft.com/office/2007/relationships/hdphoto" Target="../media/hdphoto2.wdp"/><Relationship Id="rId11" Type="http://schemas.microsoft.com/office/2007/relationships/diagramDrawing" Target="../diagrams/drawing2.xml"/><Relationship Id="rId5" Type="http://schemas.openxmlformats.org/officeDocument/2006/relationships/image" Target="../media/image4.png"/><Relationship Id="rId10" Type="http://schemas.openxmlformats.org/officeDocument/2006/relationships/diagramColors" Target="../diagrams/colors2.xml"/><Relationship Id="rId4" Type="http://schemas.openxmlformats.org/officeDocument/2006/relationships/notesSlide" Target="../notesSlides/notesSlide6.xml"/><Relationship Id="rId9"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8" Type="http://schemas.openxmlformats.org/officeDocument/2006/relationships/diagramLayout" Target="../diagrams/layout3.xml"/><Relationship Id="rId3" Type="http://schemas.openxmlformats.org/officeDocument/2006/relationships/slideLayout" Target="../slideLayouts/slideLayout2.xml"/><Relationship Id="rId7" Type="http://schemas.openxmlformats.org/officeDocument/2006/relationships/diagramData" Target="../diagrams/data3.xml"/><Relationship Id="rId12" Type="http://schemas.openxmlformats.org/officeDocument/2006/relationships/image" Target="../media/image6.png"/><Relationship Id="rId2" Type="http://schemas.openxmlformats.org/officeDocument/2006/relationships/audio" Target="../media/media7.mp3"/><Relationship Id="rId1" Type="http://schemas.microsoft.com/office/2007/relationships/media" Target="../media/media7.mp3"/><Relationship Id="rId6" Type="http://schemas.microsoft.com/office/2007/relationships/hdphoto" Target="../media/hdphoto2.wdp"/><Relationship Id="rId11" Type="http://schemas.microsoft.com/office/2007/relationships/diagramDrawing" Target="../diagrams/drawing3.xml"/><Relationship Id="rId5" Type="http://schemas.openxmlformats.org/officeDocument/2006/relationships/image" Target="../media/image4.png"/><Relationship Id="rId10" Type="http://schemas.openxmlformats.org/officeDocument/2006/relationships/diagramColors" Target="../diagrams/colors3.xml"/><Relationship Id="rId4" Type="http://schemas.openxmlformats.org/officeDocument/2006/relationships/notesSlide" Target="../notesSlides/notesSlide7.xml"/><Relationship Id="rId9"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8" Type="http://schemas.microsoft.com/office/2007/relationships/hdphoto" Target="../media/hdphoto2.wdp"/><Relationship Id="rId13" Type="http://schemas.microsoft.com/office/2007/relationships/diagramDrawing" Target="../diagrams/drawing4.xml"/><Relationship Id="rId3" Type="http://schemas.openxmlformats.org/officeDocument/2006/relationships/slideLayout" Target="../slideLayouts/slideLayout2.xml"/><Relationship Id="rId7" Type="http://schemas.openxmlformats.org/officeDocument/2006/relationships/image" Target="../media/image4.png"/><Relationship Id="rId12" Type="http://schemas.openxmlformats.org/officeDocument/2006/relationships/diagramColors" Target="../diagrams/colors4.xml"/><Relationship Id="rId2" Type="http://schemas.openxmlformats.org/officeDocument/2006/relationships/audio" Target="../media/media8.mp3"/><Relationship Id="rId1" Type="http://schemas.microsoft.com/office/2007/relationships/media" Target="../media/media8.mp3"/><Relationship Id="rId6" Type="http://schemas.microsoft.com/office/2007/relationships/hdphoto" Target="../media/hdphoto3.wdp"/><Relationship Id="rId11" Type="http://schemas.openxmlformats.org/officeDocument/2006/relationships/diagramQuickStyle" Target="../diagrams/quickStyle4.xml"/><Relationship Id="rId5" Type="http://schemas.openxmlformats.org/officeDocument/2006/relationships/image" Target="../media/image5.png"/><Relationship Id="rId10" Type="http://schemas.openxmlformats.org/officeDocument/2006/relationships/diagramLayout" Target="../diagrams/layout4.xml"/><Relationship Id="rId4" Type="http://schemas.openxmlformats.org/officeDocument/2006/relationships/notesSlide" Target="../notesSlides/notesSlide8.xml"/><Relationship Id="rId9" Type="http://schemas.openxmlformats.org/officeDocument/2006/relationships/diagramData" Target="../diagrams/data4.xml"/><Relationship Id="rId14" Type="http://schemas.openxmlformats.org/officeDocument/2006/relationships/image" Target="../media/image6.png"/></Relationships>
</file>

<file path=ppt/slides/_rels/slide9.xml.rels><?xml version="1.0" encoding="UTF-8" standalone="yes"?>
<Relationships xmlns="http://schemas.openxmlformats.org/package/2006/relationships"><Relationship Id="rId8" Type="http://schemas.microsoft.com/office/2007/relationships/hdphoto" Target="../media/hdphoto2.wdp"/><Relationship Id="rId13" Type="http://schemas.microsoft.com/office/2007/relationships/diagramDrawing" Target="../diagrams/drawing5.xml"/><Relationship Id="rId3" Type="http://schemas.openxmlformats.org/officeDocument/2006/relationships/slideLayout" Target="../slideLayouts/slideLayout2.xml"/><Relationship Id="rId7" Type="http://schemas.openxmlformats.org/officeDocument/2006/relationships/image" Target="../media/image4.png"/><Relationship Id="rId12" Type="http://schemas.openxmlformats.org/officeDocument/2006/relationships/diagramColors" Target="../diagrams/colors5.xml"/><Relationship Id="rId2" Type="http://schemas.openxmlformats.org/officeDocument/2006/relationships/audio" Target="../media/media9.mp3"/><Relationship Id="rId1" Type="http://schemas.microsoft.com/office/2007/relationships/media" Target="../media/media9.mp3"/><Relationship Id="rId6" Type="http://schemas.microsoft.com/office/2007/relationships/hdphoto" Target="../media/hdphoto3.wdp"/><Relationship Id="rId11" Type="http://schemas.openxmlformats.org/officeDocument/2006/relationships/diagramQuickStyle" Target="../diagrams/quickStyle5.xml"/><Relationship Id="rId5" Type="http://schemas.openxmlformats.org/officeDocument/2006/relationships/image" Target="../media/image5.png"/><Relationship Id="rId10" Type="http://schemas.openxmlformats.org/officeDocument/2006/relationships/diagramLayout" Target="../diagrams/layout5.xml"/><Relationship Id="rId4" Type="http://schemas.openxmlformats.org/officeDocument/2006/relationships/notesSlide" Target="../notesSlides/notesSlide9.xml"/><Relationship Id="rId9" Type="http://schemas.openxmlformats.org/officeDocument/2006/relationships/diagramData" Target="../diagrams/data5.xml"/><Relationship Id="rId14" Type="http://schemas.openxmlformats.org/officeDocument/2006/relationships/image" Target="../media/image6.png"/></Relationships>
</file>

<file path=ppt/slides/_rels/slide10.xml.rels><?xml version="1.0" encoding="UTF-8" standalone="yes"?>
<Relationships xmlns="http://schemas.openxmlformats.org/package/2006/relationships"><Relationship Id="rId8" Type="http://schemas.openxmlformats.org/officeDocument/2006/relationships/diagramQuickStyle" Target="../diagrams/quickStyle6.xml"/><Relationship Id="rId13" Type="http://schemas.openxmlformats.org/officeDocument/2006/relationships/image" Target="../media/image6.png"/><Relationship Id="rId3" Type="http://schemas.openxmlformats.org/officeDocument/2006/relationships/slideLayout" Target="../slideLayouts/slideLayout2.xml"/><Relationship Id="rId7" Type="http://schemas.openxmlformats.org/officeDocument/2006/relationships/diagramLayout" Target="../diagrams/layout6.xml"/><Relationship Id="rId12" Type="http://schemas.microsoft.com/office/2007/relationships/hdphoto" Target="../media/hdphoto1.wdp"/><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diagramData" Target="../diagrams/data6.xml"/><Relationship Id="rId11" Type="http://schemas.openxmlformats.org/officeDocument/2006/relationships/image" Target="../media/image2.png"/><Relationship Id="rId5" Type="http://schemas.openxmlformats.org/officeDocument/2006/relationships/image" Target="../media/image29.emf"/><Relationship Id="rId10" Type="http://schemas.microsoft.com/office/2007/relationships/diagramDrawing" Target="../diagrams/drawing6.xml"/><Relationship Id="rId4" Type="http://schemas.openxmlformats.org/officeDocument/2006/relationships/notesSlide" Target="../notesSlides/notesSlide10.xml"/><Relationship Id="rId9" Type="http://schemas.openxmlformats.org/officeDocument/2006/relationships/diagramColors" Target="../diagrams/colors6.xml"/></Relationships>
</file>

<file path=ppt/slides/_rels/slide11.xml.rels><?xml version="1.0" encoding="UTF-8" standalone="yes"?>
<Relationships xmlns="http://schemas.openxmlformats.org/package/2006/relationships"><Relationship Id="rId8" Type="http://schemas.openxmlformats.org/officeDocument/2006/relationships/image" Target="../media/image2.png"/><Relationship Id="rId13" Type="http://schemas.microsoft.com/office/2007/relationships/diagramDrawing" Target="../diagrams/drawing7.xml"/><Relationship Id="rId3" Type="http://schemas.openxmlformats.org/officeDocument/2006/relationships/slideLayout" Target="../slideLayouts/slideLayout2.xml"/><Relationship Id="rId7" Type="http://schemas.openxmlformats.org/officeDocument/2006/relationships/image" Target="../media/image30.emf"/><Relationship Id="rId12" Type="http://schemas.openxmlformats.org/officeDocument/2006/relationships/diagramColors" Target="../diagrams/colors7.xml"/><Relationship Id="rId2" Type="http://schemas.openxmlformats.org/officeDocument/2006/relationships/audio" Target="../media/media11.mp3"/><Relationship Id="rId1" Type="http://schemas.microsoft.com/office/2007/relationships/media" Target="../media/media11.mp3"/><Relationship Id="rId6" Type="http://schemas.microsoft.com/office/2007/relationships/hdphoto" Target="../media/hdphoto2.wdp"/><Relationship Id="rId11" Type="http://schemas.openxmlformats.org/officeDocument/2006/relationships/diagramQuickStyle" Target="../diagrams/quickStyle7.xml"/><Relationship Id="rId5" Type="http://schemas.openxmlformats.org/officeDocument/2006/relationships/image" Target="../media/image4.png"/><Relationship Id="rId10" Type="http://schemas.openxmlformats.org/officeDocument/2006/relationships/diagramLayout" Target="../diagrams/layout7.xml"/><Relationship Id="rId4" Type="http://schemas.openxmlformats.org/officeDocument/2006/relationships/notesSlide" Target="../notesSlides/notesSlide11.xml"/><Relationship Id="rId9" Type="http://schemas.openxmlformats.org/officeDocument/2006/relationships/diagramData" Target="../diagrams/data7.xml"/><Relationship Id="rId14" Type="http://schemas.openxmlformats.org/officeDocument/2006/relationships/image" Target="../media/image6.png"/></Relationships>
</file>

<file path=ppt/slides/_rels/slide1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Layout" Target="../slideLayouts/slideLayout2.xml"/><Relationship Id="rId7" Type="http://schemas.microsoft.com/office/2007/relationships/hdphoto" Target="../media/hdphoto1.wdp"/><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2.png"/><Relationship Id="rId5" Type="http://schemas.openxmlformats.org/officeDocument/2006/relationships/image" Target="../media/image31.emf"/><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6.png"/><Relationship Id="rId5" Type="http://schemas.openxmlformats.org/officeDocument/2006/relationships/image" Target="../media/image32.emf"/><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2.xml"/><Relationship Id="rId7" Type="http://schemas.openxmlformats.org/officeDocument/2006/relationships/image" Target="../media/image33.emf"/><Relationship Id="rId2" Type="http://schemas.openxmlformats.org/officeDocument/2006/relationships/audio" Target="../media/media14.mp3"/><Relationship Id="rId1" Type="http://schemas.microsoft.com/office/2007/relationships/media" Target="../media/media14.mp3"/><Relationship Id="rId6" Type="http://schemas.microsoft.com/office/2007/relationships/hdphoto" Target="../media/hdphoto2.wdp"/><Relationship Id="rId5" Type="http://schemas.openxmlformats.org/officeDocument/2006/relationships/image" Target="../media/image4.png"/><Relationship Id="rId4" Type="http://schemas.openxmlformats.org/officeDocument/2006/relationships/notesSlide" Target="../notesSlides/notesSlide14.xml"/><Relationship Id="rId9" Type="http://schemas.openxmlformats.org/officeDocument/2006/relationships/image" Target="../media/image6.png"/></Relationships>
</file>

<file path=ppt/slides/_rels/slide15.xml.rels><?xml version="1.0" encoding="UTF-8" standalone="yes"?>
<Relationships xmlns="http://schemas.openxmlformats.org/package/2006/relationships"><Relationship Id="rId8" Type="http://schemas.openxmlformats.org/officeDocument/2006/relationships/diagramLayout" Target="../diagrams/layout8.xml"/><Relationship Id="rId3" Type="http://schemas.openxmlformats.org/officeDocument/2006/relationships/slideLayout" Target="../slideLayouts/slideLayout2.xml"/><Relationship Id="rId7" Type="http://schemas.openxmlformats.org/officeDocument/2006/relationships/diagramData" Target="../diagrams/data8.xml"/><Relationship Id="rId12" Type="http://schemas.openxmlformats.org/officeDocument/2006/relationships/image" Target="../media/image6.png"/><Relationship Id="rId2" Type="http://schemas.openxmlformats.org/officeDocument/2006/relationships/audio" Target="../media/media15.mp3"/><Relationship Id="rId1" Type="http://schemas.microsoft.com/office/2007/relationships/media" Target="../media/media15.mp3"/><Relationship Id="rId6" Type="http://schemas.microsoft.com/office/2007/relationships/hdphoto" Target="../media/hdphoto2.wdp"/><Relationship Id="rId11" Type="http://schemas.microsoft.com/office/2007/relationships/diagramDrawing" Target="../diagrams/drawing8.xml"/><Relationship Id="rId5" Type="http://schemas.openxmlformats.org/officeDocument/2006/relationships/image" Target="../media/image4.png"/><Relationship Id="rId10" Type="http://schemas.openxmlformats.org/officeDocument/2006/relationships/diagramColors" Target="../diagrams/colors8.xml"/><Relationship Id="rId4" Type="http://schemas.openxmlformats.org/officeDocument/2006/relationships/notesSlide" Target="../notesSlides/notesSlide15.xml"/><Relationship Id="rId9" Type="http://schemas.openxmlformats.org/officeDocument/2006/relationships/diagramQuickStyle" Target="../diagrams/quickStyle8.xml"/></Relationships>
</file>

<file path=ppt/slides/_rels/slide16.xml.rels><?xml version="1.0" encoding="UTF-8" standalone="yes"?>
<Relationships xmlns="http://schemas.openxmlformats.org/package/2006/relationships"><Relationship Id="rId8" Type="http://schemas.openxmlformats.org/officeDocument/2006/relationships/diagramLayout" Target="../diagrams/layout9.xml"/><Relationship Id="rId3" Type="http://schemas.openxmlformats.org/officeDocument/2006/relationships/slideLayout" Target="../slideLayouts/slideLayout2.xml"/><Relationship Id="rId7" Type="http://schemas.openxmlformats.org/officeDocument/2006/relationships/diagramData" Target="../diagrams/data9.xml"/><Relationship Id="rId12" Type="http://schemas.openxmlformats.org/officeDocument/2006/relationships/image" Target="../media/image6.png"/><Relationship Id="rId2" Type="http://schemas.openxmlformats.org/officeDocument/2006/relationships/audio" Target="../media/media16.mp3"/><Relationship Id="rId1" Type="http://schemas.microsoft.com/office/2007/relationships/media" Target="../media/media16.mp3"/><Relationship Id="rId6" Type="http://schemas.microsoft.com/office/2007/relationships/hdphoto" Target="../media/hdphoto2.wdp"/><Relationship Id="rId11" Type="http://schemas.microsoft.com/office/2007/relationships/diagramDrawing" Target="../diagrams/drawing9.xml"/><Relationship Id="rId5" Type="http://schemas.openxmlformats.org/officeDocument/2006/relationships/image" Target="../media/image4.png"/><Relationship Id="rId10" Type="http://schemas.openxmlformats.org/officeDocument/2006/relationships/diagramColors" Target="../diagrams/colors9.xml"/><Relationship Id="rId4" Type="http://schemas.openxmlformats.org/officeDocument/2006/relationships/notesSlide" Target="../notesSlides/notesSlide16.xml"/><Relationship Id="rId9" Type="http://schemas.openxmlformats.org/officeDocument/2006/relationships/diagramQuickStyle" Target="../diagrams/quickStyle9.xml"/></Relationships>
</file>

<file path=ppt/slides/_rels/slide17.xml.rels><?xml version="1.0" encoding="UTF-8" standalone="yes"?>
<Relationships xmlns="http://schemas.openxmlformats.org/package/2006/relationships"><Relationship Id="rId8" Type="http://schemas.openxmlformats.org/officeDocument/2006/relationships/diagramLayout" Target="../diagrams/layout10.xml"/><Relationship Id="rId3" Type="http://schemas.openxmlformats.org/officeDocument/2006/relationships/slideLayout" Target="../slideLayouts/slideLayout2.xml"/><Relationship Id="rId7" Type="http://schemas.openxmlformats.org/officeDocument/2006/relationships/diagramData" Target="../diagrams/data10.xml"/><Relationship Id="rId12" Type="http://schemas.openxmlformats.org/officeDocument/2006/relationships/image" Target="../media/image6.png"/><Relationship Id="rId2" Type="http://schemas.openxmlformats.org/officeDocument/2006/relationships/audio" Target="../media/media17.mp3"/><Relationship Id="rId1" Type="http://schemas.microsoft.com/office/2007/relationships/media" Target="../media/media17.mp3"/><Relationship Id="rId6" Type="http://schemas.microsoft.com/office/2007/relationships/hdphoto" Target="../media/hdphoto2.wdp"/><Relationship Id="rId11" Type="http://schemas.microsoft.com/office/2007/relationships/diagramDrawing" Target="../diagrams/drawing10.xml"/><Relationship Id="rId5" Type="http://schemas.openxmlformats.org/officeDocument/2006/relationships/image" Target="../media/image4.png"/><Relationship Id="rId10" Type="http://schemas.openxmlformats.org/officeDocument/2006/relationships/diagramColors" Target="../diagrams/colors10.xml"/><Relationship Id="rId4" Type="http://schemas.openxmlformats.org/officeDocument/2006/relationships/notesSlide" Target="../notesSlides/notesSlide17.xml"/><Relationship Id="rId9" Type="http://schemas.openxmlformats.org/officeDocument/2006/relationships/diagramQuickStyle" Target="../diagrams/quickStyle10.xml"/></Relationships>
</file>

<file path=ppt/slides/_rels/slide18.xml.rels><?xml version="1.0" encoding="UTF-8" standalone="yes"?>
<Relationships xmlns="http://schemas.openxmlformats.org/package/2006/relationships"><Relationship Id="rId8" Type="http://schemas.openxmlformats.org/officeDocument/2006/relationships/diagramLayout" Target="../diagrams/layout11.xml"/><Relationship Id="rId3" Type="http://schemas.openxmlformats.org/officeDocument/2006/relationships/slideLayout" Target="../slideLayouts/slideLayout2.xml"/><Relationship Id="rId7" Type="http://schemas.openxmlformats.org/officeDocument/2006/relationships/diagramData" Target="../diagrams/data11.xml"/><Relationship Id="rId12" Type="http://schemas.openxmlformats.org/officeDocument/2006/relationships/image" Target="../media/image6.png"/><Relationship Id="rId2" Type="http://schemas.openxmlformats.org/officeDocument/2006/relationships/audio" Target="../media/media18.mp3"/><Relationship Id="rId1" Type="http://schemas.microsoft.com/office/2007/relationships/media" Target="../media/media18.mp3"/><Relationship Id="rId6" Type="http://schemas.microsoft.com/office/2007/relationships/hdphoto" Target="../media/hdphoto2.wdp"/><Relationship Id="rId11" Type="http://schemas.microsoft.com/office/2007/relationships/diagramDrawing" Target="../diagrams/drawing11.xml"/><Relationship Id="rId5" Type="http://schemas.openxmlformats.org/officeDocument/2006/relationships/image" Target="../media/image4.png"/><Relationship Id="rId10" Type="http://schemas.openxmlformats.org/officeDocument/2006/relationships/diagramColors" Target="../diagrams/colors11.xml"/><Relationship Id="rId4" Type="http://schemas.openxmlformats.org/officeDocument/2006/relationships/notesSlide" Target="../notesSlides/notesSlide18.xml"/><Relationship Id="rId9" Type="http://schemas.openxmlformats.org/officeDocument/2006/relationships/diagramQuickStyle" Target="../diagrams/quickStyle11.xml"/></Relationships>
</file>

<file path=ppt/slides/_rels/slide19.xml.rels><?xml version="1.0" encoding="UTF-8" standalone="yes"?>
<Relationships xmlns="http://schemas.openxmlformats.org/package/2006/relationships"><Relationship Id="rId8" Type="http://schemas.openxmlformats.org/officeDocument/2006/relationships/image" Target="../media/image51.svg"/><Relationship Id="rId3" Type="http://schemas.openxmlformats.org/officeDocument/2006/relationships/slideLayout" Target="../slideLayouts/slideLayout2.xml"/><Relationship Id="rId7" Type="http://schemas.openxmlformats.org/officeDocument/2006/relationships/image" Target="../media/image50.png"/><Relationship Id="rId2" Type="http://schemas.openxmlformats.org/officeDocument/2006/relationships/audio" Target="../media/media19.mp3"/><Relationship Id="rId1" Type="http://schemas.microsoft.com/office/2007/relationships/media" Target="../media/media19.mp3"/><Relationship Id="rId6" Type="http://schemas.microsoft.com/office/2007/relationships/hdphoto" Target="../media/hdphoto2.wdp"/><Relationship Id="rId5" Type="http://schemas.openxmlformats.org/officeDocument/2006/relationships/image" Target="../media/image4.png"/><Relationship Id="rId10" Type="http://schemas.openxmlformats.org/officeDocument/2006/relationships/image" Target="../media/image6.png"/><Relationship Id="rId4" Type="http://schemas.openxmlformats.org/officeDocument/2006/relationships/notesSlide" Target="../notesSlides/notesSlide19.xml"/><Relationship Id="rId9"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E8035907-EB9C-4E11-8A9B-D25B0AD8D7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0028E6F8-1745-60A3-55EF-FDE4D5D76F7A}"/>
              </a:ext>
            </a:extLst>
          </p:cNvPr>
          <p:cNvSpPr>
            <a:spLocks noGrp="1"/>
          </p:cNvSpPr>
          <p:nvPr>
            <p:ph type="ctrTitle"/>
          </p:nvPr>
        </p:nvSpPr>
        <p:spPr>
          <a:xfrm>
            <a:off x="643467" y="643467"/>
            <a:ext cx="6516241" cy="5571066"/>
          </a:xfrm>
        </p:spPr>
        <p:txBody>
          <a:bodyPr>
            <a:normAutofit/>
          </a:bodyPr>
          <a:lstStyle/>
          <a:p>
            <a:pPr algn="r"/>
            <a:br>
              <a:rPr lang="en-US" sz="6800" b="1" dirty="0"/>
            </a:br>
            <a:br>
              <a:rPr lang="en-US" sz="6800" b="1" dirty="0"/>
            </a:br>
            <a:r>
              <a:rPr lang="en-US" sz="6800" b="1" dirty="0"/>
              <a:t>Investigating COVID-19 Virus Trends</a:t>
            </a:r>
            <a:br>
              <a:rPr lang="en-US" sz="6800" b="1" dirty="0"/>
            </a:br>
            <a:endParaRPr lang="en-US" sz="6800" dirty="0"/>
          </a:p>
        </p:txBody>
      </p:sp>
      <p:sp>
        <p:nvSpPr>
          <p:cNvPr id="17" name="Rectangle 16">
            <a:extLst>
              <a:ext uri="{FF2B5EF4-FFF2-40B4-BE49-F238E27FC236}">
                <a16:creationId xmlns:a16="http://schemas.microsoft.com/office/drawing/2014/main" id="{D9C69FA7-0958-4ED9-A0DF-E87A0C137B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702709" y="3388657"/>
            <a:ext cx="3657600" cy="80683"/>
          </a:xfrm>
          <a:prstGeom prst="rect">
            <a:avLst/>
          </a:prstGeom>
          <a:blipFill dpi="0" rotWithShape="1">
            <a:blip r:embed="rId5">
              <a:alphaModFix amt="85000"/>
              <a:lum bright="70000" contrast="-70000"/>
              <a:extLst>
                <a:ext uri="{BEBA8EAE-BF5A-486C-A8C5-ECC9F3942E4B}">
                  <a14:imgProps xmlns:a14="http://schemas.microsoft.com/office/drawing/2010/main">
                    <a14:imgLayer r:embed="rId6">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nvGrpSpPr>
          <p:cNvPr id="18" name="Group 17">
            <a:extLst>
              <a:ext uri="{FF2B5EF4-FFF2-40B4-BE49-F238E27FC236}">
                <a16:creationId xmlns:a16="http://schemas.microsoft.com/office/drawing/2014/main" id="{FDB0A998-A5C6-45CB-ACF3-1CF6399202A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33595" y="1903304"/>
            <a:ext cx="3051394" cy="3051388"/>
            <a:chOff x="7933595" y="1903304"/>
            <a:chExt cx="3051394" cy="3051388"/>
          </a:xfrm>
        </p:grpSpPr>
        <p:sp>
          <p:nvSpPr>
            <p:cNvPr id="19" name="Oval 18">
              <a:extLst>
                <a:ext uri="{FF2B5EF4-FFF2-40B4-BE49-F238E27FC236}">
                  <a16:creationId xmlns:a16="http://schemas.microsoft.com/office/drawing/2014/main" id="{4AB5B6FA-7B4F-437A-9C78-144C7DCD1E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33595" y="1903304"/>
              <a:ext cx="3051394" cy="3051388"/>
            </a:xfrm>
            <a:prstGeom prst="ellipse">
              <a:avLst/>
            </a:prstGeom>
            <a:blipFill dpi="0" rotWithShape="1">
              <a:blip r:embed="rId7">
                <a:duotone>
                  <a:schemeClr val="accent1">
                    <a:shade val="45000"/>
                    <a:satMod val="135000"/>
                  </a:schemeClr>
                  <a:prstClr val="white"/>
                </a:duotone>
                <a:extLst>
                  <a:ext uri="{BEBA8EAE-BF5A-486C-A8C5-ECC9F3942E4B}">
                    <a14:imgProps xmlns:a14="http://schemas.microsoft.com/office/drawing/2010/main">
                      <a14:imgLayer r:embed="rId8">
                        <a14:imgEffect>
                          <a14:saturation sat="400000"/>
                        </a14:imgEffect>
                        <a14:imgEffect>
                          <a14:brightnessContrast bright="-40000" contrast="40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0" name="Oval 19">
              <a:extLst>
                <a:ext uri="{FF2B5EF4-FFF2-40B4-BE49-F238E27FC236}">
                  <a16:creationId xmlns:a16="http://schemas.microsoft.com/office/drawing/2014/main" id="{A4199C21-6AE0-4F6F-AA96-6FFF97BB95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95024" y="2064730"/>
              <a:ext cx="2728540" cy="2728536"/>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3" name="Subtitle 2">
            <a:extLst>
              <a:ext uri="{FF2B5EF4-FFF2-40B4-BE49-F238E27FC236}">
                <a16:creationId xmlns:a16="http://schemas.microsoft.com/office/drawing/2014/main" id="{D65005CE-C30E-5E7F-6605-3DAF0F785357}"/>
              </a:ext>
            </a:extLst>
          </p:cNvPr>
          <p:cNvSpPr>
            <a:spLocks noGrp="1"/>
          </p:cNvSpPr>
          <p:nvPr>
            <p:ph type="subTitle" idx="1"/>
          </p:nvPr>
        </p:nvSpPr>
        <p:spPr>
          <a:xfrm>
            <a:off x="8095025" y="2064730"/>
            <a:ext cx="2728540" cy="2728536"/>
          </a:xfrm>
        </p:spPr>
        <p:txBody>
          <a:bodyPr anchor="ctr">
            <a:normAutofit/>
          </a:bodyPr>
          <a:lstStyle/>
          <a:p>
            <a:pPr algn="ctr"/>
            <a:r>
              <a:rPr lang="en-US">
                <a:solidFill>
                  <a:srgbClr val="FFFFFF"/>
                </a:solidFill>
                <a:latin typeface="+mj-lt"/>
              </a:rPr>
              <a:t>Debbie Cung</a:t>
            </a:r>
            <a:br>
              <a:rPr lang="en-US">
                <a:solidFill>
                  <a:srgbClr val="FFFFFF"/>
                </a:solidFill>
                <a:latin typeface="+mj-lt"/>
              </a:rPr>
            </a:br>
            <a:r>
              <a:rPr lang="en-US">
                <a:solidFill>
                  <a:srgbClr val="FFFFFF"/>
                </a:solidFill>
                <a:latin typeface="+mj-lt"/>
              </a:rPr>
              <a:t>INFO I-492 Final Thesis Project</a:t>
            </a:r>
            <a:br>
              <a:rPr lang="en-US">
                <a:solidFill>
                  <a:srgbClr val="FFFFFF"/>
                </a:solidFill>
                <a:latin typeface="+mj-lt"/>
              </a:rPr>
            </a:br>
            <a:r>
              <a:rPr lang="en-US">
                <a:solidFill>
                  <a:srgbClr val="FFFFFF"/>
                </a:solidFill>
                <a:latin typeface="+mj-lt"/>
              </a:rPr>
              <a:t>Indiana University</a:t>
            </a:r>
          </a:p>
        </p:txBody>
      </p:sp>
      <p:pic>
        <p:nvPicPr>
          <p:cNvPr id="4" name="N_1.mp3">
            <a:hlinkClick r:id="" action="ppaction://media"/>
            <a:extLst>
              <a:ext uri="{FF2B5EF4-FFF2-40B4-BE49-F238E27FC236}">
                <a16:creationId xmlns:a16="http://schemas.microsoft.com/office/drawing/2014/main" id="{AB83B581-68E1-E42B-C6C3-B0CFEC95FFEF}"/>
              </a:ext>
            </a:extLst>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902404" y="5167085"/>
            <a:ext cx="812800" cy="812800"/>
          </a:xfrm>
          <a:prstGeom prst="rect">
            <a:avLst/>
          </a:prstGeom>
        </p:spPr>
      </p:pic>
    </p:spTree>
    <p:extLst>
      <p:ext uri="{BB962C8B-B14F-4D97-AF65-F5344CB8AC3E}">
        <p14:creationId xmlns:p14="http://schemas.microsoft.com/office/powerpoint/2010/main" val="2785009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9022"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D8AFD15B-CF29-4306-884F-47675092F9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6925967-131D-E22E-8998-ECAC8748D808}"/>
              </a:ext>
            </a:extLst>
          </p:cNvPr>
          <p:cNvSpPr>
            <a:spLocks noGrp="1"/>
          </p:cNvSpPr>
          <p:nvPr>
            <p:ph type="title"/>
          </p:nvPr>
        </p:nvSpPr>
        <p:spPr>
          <a:xfrm>
            <a:off x="6587544" y="1382165"/>
            <a:ext cx="4869179" cy="1517984"/>
          </a:xfrm>
        </p:spPr>
        <p:txBody>
          <a:bodyPr>
            <a:normAutofit/>
          </a:bodyPr>
          <a:lstStyle/>
          <a:p>
            <a:r>
              <a:rPr lang="en-US" sz="3700" b="1">
                <a:solidFill>
                  <a:srgbClr val="000000"/>
                </a:solidFill>
              </a:rPr>
              <a:t>Background &amp; Research Motivation</a:t>
            </a:r>
            <a:endParaRPr lang="en-US" sz="3700">
              <a:solidFill>
                <a:srgbClr val="000000"/>
              </a:solidFill>
            </a:endParaRPr>
          </a:p>
        </p:txBody>
      </p:sp>
      <p:pic>
        <p:nvPicPr>
          <p:cNvPr id="16" name="Picture 15" descr="Test tube with blood">
            <a:extLst>
              <a:ext uri="{FF2B5EF4-FFF2-40B4-BE49-F238E27FC236}">
                <a16:creationId xmlns:a16="http://schemas.microsoft.com/office/drawing/2014/main" id="{69B9D05D-A59F-A22B-345A-D052F1C836CF}"/>
              </a:ext>
            </a:extLst>
          </p:cNvPr>
          <p:cNvPicPr>
            <a:picLocks noChangeAspect="1"/>
          </p:cNvPicPr>
          <p:nvPr/>
        </p:nvPicPr>
        <p:blipFill>
          <a:blip r:embed="rId5"/>
          <a:srcRect l="35418" r="1351" b="1"/>
          <a:stretch>
            <a:fillRect/>
          </a:stretch>
        </p:blipFill>
        <p:spPr>
          <a:xfrm>
            <a:off x="-9866" y="401980"/>
            <a:ext cx="6115733" cy="6456021"/>
          </a:xfrm>
          <a:custGeom>
            <a:avLst/>
            <a:gdLst/>
            <a:ahLst/>
            <a:cxnLst/>
            <a:rect l="l" t="t" r="r" b="b"/>
            <a:pathLst>
              <a:path w="6115733" h="6456021">
                <a:moveTo>
                  <a:pt x="2259477" y="433395"/>
                </a:moveTo>
                <a:cubicBezTo>
                  <a:pt x="4149632" y="433395"/>
                  <a:pt x="5681904" y="1964133"/>
                  <a:pt x="5681904" y="3852396"/>
                </a:cubicBezTo>
                <a:cubicBezTo>
                  <a:pt x="5681904" y="4796527"/>
                  <a:pt x="5298836" y="5651278"/>
                  <a:pt x="4679499" y="6269995"/>
                </a:cubicBezTo>
                <a:lnTo>
                  <a:pt x="4474613" y="6456021"/>
                </a:lnTo>
                <a:lnTo>
                  <a:pt x="44341" y="6456021"/>
                </a:lnTo>
                <a:lnTo>
                  <a:pt x="0" y="6415762"/>
                </a:lnTo>
                <a:lnTo>
                  <a:pt x="0" y="1289029"/>
                </a:lnTo>
                <a:lnTo>
                  <a:pt x="82495" y="1214128"/>
                </a:lnTo>
                <a:cubicBezTo>
                  <a:pt x="674092" y="726388"/>
                  <a:pt x="1432534" y="433395"/>
                  <a:pt x="2259477" y="433395"/>
                </a:cubicBezTo>
                <a:close/>
                <a:moveTo>
                  <a:pt x="2259477" y="0"/>
                </a:moveTo>
                <a:cubicBezTo>
                  <a:pt x="4389229" y="0"/>
                  <a:pt x="6115733" y="1724776"/>
                  <a:pt x="6115733" y="3852396"/>
                </a:cubicBezTo>
                <a:cubicBezTo>
                  <a:pt x="6115733" y="4783230"/>
                  <a:pt x="5785270" y="5636956"/>
                  <a:pt x="5235152" y="6302877"/>
                </a:cubicBezTo>
                <a:lnTo>
                  <a:pt x="5095826" y="6456021"/>
                </a:lnTo>
                <a:lnTo>
                  <a:pt x="4617788" y="6456021"/>
                </a:lnTo>
                <a:lnTo>
                  <a:pt x="4747668" y="6338096"/>
                </a:lnTo>
                <a:cubicBezTo>
                  <a:pt x="5384452" y="5701950"/>
                  <a:pt x="5778311" y="4823122"/>
                  <a:pt x="5778311" y="3852396"/>
                </a:cubicBezTo>
                <a:cubicBezTo>
                  <a:pt x="5778311" y="1910944"/>
                  <a:pt x="4202875" y="337085"/>
                  <a:pt x="2259477" y="337085"/>
                </a:cubicBezTo>
                <a:cubicBezTo>
                  <a:pt x="1409240" y="337085"/>
                  <a:pt x="629434" y="638331"/>
                  <a:pt x="21172" y="1139811"/>
                </a:cubicBezTo>
                <a:lnTo>
                  <a:pt x="0" y="1159034"/>
                </a:lnTo>
                <a:lnTo>
                  <a:pt x="0" y="735177"/>
                </a:lnTo>
                <a:lnTo>
                  <a:pt x="103407" y="657929"/>
                </a:lnTo>
                <a:cubicBezTo>
                  <a:pt x="718869" y="242547"/>
                  <a:pt x="1460820" y="0"/>
                  <a:pt x="2259477" y="0"/>
                </a:cubicBezTo>
                <a:close/>
              </a:path>
            </a:pathLst>
          </a:custGeom>
        </p:spPr>
      </p:pic>
      <p:sp>
        <p:nvSpPr>
          <p:cNvPr id="11" name="Freeform: Shape 10">
            <a:extLst>
              <a:ext uri="{FF2B5EF4-FFF2-40B4-BE49-F238E27FC236}">
                <a16:creationId xmlns:a16="http://schemas.microsoft.com/office/drawing/2014/main" id="{96349AB3-1BD3-41E1-8979-1DBDCB5CDC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66" y="401980"/>
            <a:ext cx="6115733" cy="6456021"/>
          </a:xfrm>
          <a:custGeom>
            <a:avLst/>
            <a:gdLst>
              <a:gd name="connsiteX0" fmla="*/ 2259477 w 6115733"/>
              <a:gd name="connsiteY0" fmla="*/ 433395 h 6456021"/>
              <a:gd name="connsiteX1" fmla="*/ 5681904 w 6115733"/>
              <a:gd name="connsiteY1" fmla="*/ 3852396 h 6456021"/>
              <a:gd name="connsiteX2" fmla="*/ 4679499 w 6115733"/>
              <a:gd name="connsiteY2" fmla="*/ 6269995 h 6456021"/>
              <a:gd name="connsiteX3" fmla="*/ 4474613 w 6115733"/>
              <a:gd name="connsiteY3" fmla="*/ 6456021 h 6456021"/>
              <a:gd name="connsiteX4" fmla="*/ 44341 w 6115733"/>
              <a:gd name="connsiteY4" fmla="*/ 6456021 h 6456021"/>
              <a:gd name="connsiteX5" fmla="*/ 0 w 6115733"/>
              <a:gd name="connsiteY5" fmla="*/ 6415762 h 6456021"/>
              <a:gd name="connsiteX6" fmla="*/ 0 w 6115733"/>
              <a:gd name="connsiteY6" fmla="*/ 1289029 h 6456021"/>
              <a:gd name="connsiteX7" fmla="*/ 82495 w 6115733"/>
              <a:gd name="connsiteY7" fmla="*/ 1214128 h 6456021"/>
              <a:gd name="connsiteX8" fmla="*/ 2259477 w 6115733"/>
              <a:gd name="connsiteY8" fmla="*/ 433395 h 6456021"/>
              <a:gd name="connsiteX9" fmla="*/ 2259477 w 6115733"/>
              <a:gd name="connsiteY9" fmla="*/ 0 h 6456021"/>
              <a:gd name="connsiteX10" fmla="*/ 6115733 w 6115733"/>
              <a:gd name="connsiteY10" fmla="*/ 3852396 h 6456021"/>
              <a:gd name="connsiteX11" fmla="*/ 5235152 w 6115733"/>
              <a:gd name="connsiteY11" fmla="*/ 6302877 h 6456021"/>
              <a:gd name="connsiteX12" fmla="*/ 5095826 w 6115733"/>
              <a:gd name="connsiteY12" fmla="*/ 6456021 h 6456021"/>
              <a:gd name="connsiteX13" fmla="*/ 4617788 w 6115733"/>
              <a:gd name="connsiteY13" fmla="*/ 6456021 h 6456021"/>
              <a:gd name="connsiteX14" fmla="*/ 4747668 w 6115733"/>
              <a:gd name="connsiteY14" fmla="*/ 6338096 h 6456021"/>
              <a:gd name="connsiteX15" fmla="*/ 5778311 w 6115733"/>
              <a:gd name="connsiteY15" fmla="*/ 3852396 h 6456021"/>
              <a:gd name="connsiteX16" fmla="*/ 2259477 w 6115733"/>
              <a:gd name="connsiteY16" fmla="*/ 337085 h 6456021"/>
              <a:gd name="connsiteX17" fmla="*/ 21172 w 6115733"/>
              <a:gd name="connsiteY17" fmla="*/ 1139811 h 6456021"/>
              <a:gd name="connsiteX18" fmla="*/ 0 w 6115733"/>
              <a:gd name="connsiteY18" fmla="*/ 1159034 h 6456021"/>
              <a:gd name="connsiteX19" fmla="*/ 0 w 6115733"/>
              <a:gd name="connsiteY19" fmla="*/ 735177 h 6456021"/>
              <a:gd name="connsiteX20" fmla="*/ 103407 w 6115733"/>
              <a:gd name="connsiteY20" fmla="*/ 657929 h 6456021"/>
              <a:gd name="connsiteX21" fmla="*/ 2259477 w 6115733"/>
              <a:gd name="connsiteY21" fmla="*/ 0 h 6456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115733" h="6456021">
                <a:moveTo>
                  <a:pt x="2259477" y="433395"/>
                </a:moveTo>
                <a:cubicBezTo>
                  <a:pt x="4149632" y="433395"/>
                  <a:pt x="5681904" y="1964133"/>
                  <a:pt x="5681904" y="3852396"/>
                </a:cubicBezTo>
                <a:cubicBezTo>
                  <a:pt x="5681904" y="4796527"/>
                  <a:pt x="5298836" y="5651278"/>
                  <a:pt x="4679499" y="6269995"/>
                </a:cubicBezTo>
                <a:lnTo>
                  <a:pt x="4474613" y="6456021"/>
                </a:lnTo>
                <a:lnTo>
                  <a:pt x="44341" y="6456021"/>
                </a:lnTo>
                <a:lnTo>
                  <a:pt x="0" y="6415762"/>
                </a:lnTo>
                <a:lnTo>
                  <a:pt x="0" y="1289029"/>
                </a:lnTo>
                <a:lnTo>
                  <a:pt x="82495" y="1214128"/>
                </a:lnTo>
                <a:cubicBezTo>
                  <a:pt x="674092" y="726388"/>
                  <a:pt x="1432534" y="433395"/>
                  <a:pt x="2259477" y="433395"/>
                </a:cubicBezTo>
                <a:close/>
                <a:moveTo>
                  <a:pt x="2259477" y="0"/>
                </a:moveTo>
                <a:cubicBezTo>
                  <a:pt x="4389229" y="0"/>
                  <a:pt x="6115733" y="1724776"/>
                  <a:pt x="6115733" y="3852396"/>
                </a:cubicBezTo>
                <a:cubicBezTo>
                  <a:pt x="6115733" y="4783230"/>
                  <a:pt x="5785270" y="5636956"/>
                  <a:pt x="5235152" y="6302877"/>
                </a:cubicBezTo>
                <a:lnTo>
                  <a:pt x="5095826" y="6456021"/>
                </a:lnTo>
                <a:lnTo>
                  <a:pt x="4617788" y="6456021"/>
                </a:lnTo>
                <a:lnTo>
                  <a:pt x="4747668" y="6338096"/>
                </a:lnTo>
                <a:cubicBezTo>
                  <a:pt x="5384452" y="5701950"/>
                  <a:pt x="5778311" y="4823122"/>
                  <a:pt x="5778311" y="3852396"/>
                </a:cubicBezTo>
                <a:cubicBezTo>
                  <a:pt x="5778311" y="1910944"/>
                  <a:pt x="4202875" y="337085"/>
                  <a:pt x="2259477" y="337085"/>
                </a:cubicBezTo>
                <a:cubicBezTo>
                  <a:pt x="1409240" y="337085"/>
                  <a:pt x="629434" y="638331"/>
                  <a:pt x="21172" y="1139811"/>
                </a:cubicBezTo>
                <a:lnTo>
                  <a:pt x="0" y="1159034"/>
                </a:lnTo>
                <a:lnTo>
                  <a:pt x="0" y="735177"/>
                </a:lnTo>
                <a:lnTo>
                  <a:pt x="103407" y="657929"/>
                </a:lnTo>
                <a:cubicBezTo>
                  <a:pt x="718869" y="242547"/>
                  <a:pt x="1460820" y="0"/>
                  <a:pt x="2259477" y="0"/>
                </a:cubicBezTo>
                <a:close/>
              </a:path>
            </a:pathLst>
          </a:custGeom>
          <a:blipFill dpi="0" rotWithShape="1">
            <a:blip r:embed="rId6">
              <a:alphaModFix amt="30000"/>
              <a:duotone>
                <a:prstClr val="black"/>
                <a:schemeClr val="accent1">
                  <a:tint val="45000"/>
                  <a:satMod val="400000"/>
                </a:schemeClr>
              </a:duotone>
              <a:extLst>
                <a:ext uri="{BEBA8EAE-BF5A-486C-A8C5-ECC9F3942E4B}">
                  <a14:imgProps xmlns:a14="http://schemas.microsoft.com/office/drawing/2010/main">
                    <a14:imgLayer r:embed="rId7">
                      <a14:imgEffect>
                        <a14:sharpenSoften amount="61000"/>
                      </a14:imgEffect>
                      <a14:imgEffect>
                        <a14:brightnessContrast bright="-25000" contrast="20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17" name="Content Placeholder 2">
            <a:extLst>
              <a:ext uri="{FF2B5EF4-FFF2-40B4-BE49-F238E27FC236}">
                <a16:creationId xmlns:a16="http://schemas.microsoft.com/office/drawing/2014/main" id="{D5B24E98-4FC2-9A53-F6BD-CD196CE2A813}"/>
              </a:ext>
            </a:extLst>
          </p:cNvPr>
          <p:cNvSpPr>
            <a:spLocks noGrp="1"/>
          </p:cNvSpPr>
          <p:nvPr>
            <p:ph idx="1"/>
          </p:nvPr>
        </p:nvSpPr>
        <p:spPr>
          <a:xfrm>
            <a:off x="6587545" y="3007389"/>
            <a:ext cx="4869179" cy="3065865"/>
          </a:xfrm>
        </p:spPr>
        <p:txBody>
          <a:bodyPr anchor="t">
            <a:normAutofit/>
          </a:bodyPr>
          <a:lstStyle/>
          <a:p>
            <a:r>
              <a:rPr lang="en-US" sz="1500">
                <a:solidFill>
                  <a:srgbClr val="000000"/>
                </a:solidFill>
              </a:rPr>
              <a:t>COVID-19 created unprecedented global challenges</a:t>
            </a:r>
          </a:p>
          <a:p>
            <a:pPr marL="0" indent="0">
              <a:buNone/>
            </a:pPr>
            <a:endParaRPr lang="en-US" sz="1500">
              <a:solidFill>
                <a:srgbClr val="000000"/>
              </a:solidFill>
            </a:endParaRPr>
          </a:p>
          <a:p>
            <a:r>
              <a:rPr lang="en-US" sz="1500">
                <a:solidFill>
                  <a:srgbClr val="000000"/>
                </a:solidFill>
              </a:rPr>
              <a:t>Testing became a primary tool for identifying infections</a:t>
            </a:r>
          </a:p>
          <a:p>
            <a:pPr marL="0" indent="0">
              <a:buNone/>
            </a:pPr>
            <a:endParaRPr lang="en-US" sz="1500">
              <a:solidFill>
                <a:srgbClr val="000000"/>
              </a:solidFill>
            </a:endParaRPr>
          </a:p>
          <a:p>
            <a:r>
              <a:rPr lang="en-US" sz="1500">
                <a:solidFill>
                  <a:srgbClr val="000000"/>
                </a:solidFill>
              </a:rPr>
              <a:t>Countries differed widely in testing capacity</a:t>
            </a:r>
          </a:p>
          <a:p>
            <a:pPr marL="0" indent="0">
              <a:buNone/>
            </a:pPr>
            <a:endParaRPr lang="en-US" sz="1500">
              <a:solidFill>
                <a:srgbClr val="000000"/>
              </a:solidFill>
            </a:endParaRPr>
          </a:p>
          <a:p>
            <a:r>
              <a:rPr lang="en-US" sz="1500">
                <a:solidFill>
                  <a:srgbClr val="000000"/>
                </a:solidFill>
              </a:rPr>
              <a:t>Central question: </a:t>
            </a:r>
            <a:r>
              <a:rPr lang="en-US" sz="1500" i="1">
                <a:solidFill>
                  <a:srgbClr val="000000"/>
                </a:solidFill>
              </a:rPr>
              <a:t>Did increased testing actually slow pandemic growth?</a:t>
            </a:r>
            <a:endParaRPr lang="en-US" sz="1500">
              <a:solidFill>
                <a:srgbClr val="000000"/>
              </a:solidFill>
            </a:endParaRPr>
          </a:p>
        </p:txBody>
      </p:sp>
      <p:grpSp>
        <p:nvGrpSpPr>
          <p:cNvPr id="13" name="Group 12">
            <a:extLst>
              <a:ext uri="{FF2B5EF4-FFF2-40B4-BE49-F238E27FC236}">
                <a16:creationId xmlns:a16="http://schemas.microsoft.com/office/drawing/2014/main" id="{54CA915D-BDF0-41F8-B00E-FB186EFF7B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4" name="Oval 13">
              <a:extLst>
                <a:ext uri="{FF2B5EF4-FFF2-40B4-BE49-F238E27FC236}">
                  <a16:creationId xmlns:a16="http://schemas.microsoft.com/office/drawing/2014/main" id="{317AAC03-BF64-4E67-9032-3BD0249980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8">
                <a:duotone>
                  <a:schemeClr val="accent1">
                    <a:shade val="45000"/>
                    <a:satMod val="135000"/>
                  </a:schemeClr>
                  <a:prstClr val="white"/>
                </a:duotone>
                <a:extLst>
                  <a:ext uri="{BEBA8EAE-BF5A-486C-A8C5-ECC9F3942E4B}">
                    <a14:imgProps xmlns:a14="http://schemas.microsoft.com/office/drawing/2010/main">
                      <a14:imgLayer r:embed="rId9">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US"/>
            </a:p>
          </p:txBody>
        </p:sp>
        <p:sp>
          <p:nvSpPr>
            <p:cNvPr id="15" name="Oval 14">
              <a:extLst>
                <a:ext uri="{FF2B5EF4-FFF2-40B4-BE49-F238E27FC236}">
                  <a16:creationId xmlns:a16="http://schemas.microsoft.com/office/drawing/2014/main" id="{1A131397-5A45-4344-9983-5E400A3EA5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US"/>
            </a:p>
          </p:txBody>
        </p:sp>
      </p:grpSp>
      <p:pic>
        <p:nvPicPr>
          <p:cNvPr id="4" name="N_2.mp3">
            <a:hlinkClick r:id="" action="ppaction://media"/>
            <a:extLst>
              <a:ext uri="{FF2B5EF4-FFF2-40B4-BE49-F238E27FC236}">
                <a16:creationId xmlns:a16="http://schemas.microsoft.com/office/drawing/2014/main" id="{BD626C00-E7A4-E25D-37D9-F551E1656371}"/>
              </a:ext>
            </a:extLst>
          </p:cNvPr>
          <p:cNvPicPr>
            <a:picLocks noChangeAspect="1"/>
          </p:cNvPicPr>
          <p:nvPr>
            <a:audioFile r:link="rId2"/>
            <p:extLst>
              <p:ext uri="{DAA4B4D4-6D71-4841-9C94-3DE7FCFB9230}">
                <p14:media xmlns:p14="http://schemas.microsoft.com/office/powerpoint/2010/main" r:embed="rId1"/>
              </p:ext>
            </p:extLst>
          </p:nvPr>
        </p:nvPicPr>
        <p:blipFill>
          <a:blip r:embed="rId10"/>
          <a:stretch>
            <a:fillRect/>
          </a:stretch>
        </p:blipFill>
        <p:spPr>
          <a:xfrm>
            <a:off x="-101601" y="6858000"/>
            <a:ext cx="897944" cy="897944"/>
          </a:xfrm>
          <a:prstGeom prst="rect">
            <a:avLst/>
          </a:prstGeom>
        </p:spPr>
      </p:pic>
    </p:spTree>
    <p:extLst>
      <p:ext uri="{BB962C8B-B14F-4D97-AF65-F5344CB8AC3E}">
        <p14:creationId xmlns:p14="http://schemas.microsoft.com/office/powerpoint/2010/main" val="2458688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7585"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4606C-7939-DF0A-C118-9EE904D34026}"/>
              </a:ext>
            </a:extLst>
          </p:cNvPr>
          <p:cNvSpPr>
            <a:spLocks noGrp="1"/>
          </p:cNvSpPr>
          <p:nvPr>
            <p:ph type="title"/>
          </p:nvPr>
        </p:nvSpPr>
        <p:spPr/>
        <p:txBody>
          <a:bodyPr>
            <a:normAutofit/>
          </a:bodyPr>
          <a:lstStyle/>
          <a:p>
            <a:r>
              <a:rPr lang="en-US" sz="4400" b="1"/>
              <a:t>Research Problem &amp; Significance</a:t>
            </a:r>
            <a:endParaRPr lang="en-US" sz="4400" dirty="0"/>
          </a:p>
        </p:txBody>
      </p:sp>
      <p:graphicFrame>
        <p:nvGraphicFramePr>
          <p:cNvPr id="5" name="Content Placeholder 2">
            <a:extLst>
              <a:ext uri="{FF2B5EF4-FFF2-40B4-BE49-F238E27FC236}">
                <a16:creationId xmlns:a16="http://schemas.microsoft.com/office/drawing/2014/main" id="{29FE9812-4EAE-EDE3-D2FC-9A81745FDCD8}"/>
              </a:ext>
            </a:extLst>
          </p:cNvPr>
          <p:cNvGraphicFramePr>
            <a:graphicFrameLocks noGrp="1"/>
          </p:cNvGraphicFramePr>
          <p:nvPr>
            <p:ph idx="1"/>
          </p:nvPr>
        </p:nvGraphicFramePr>
        <p:xfrm>
          <a:off x="2011922" y="2093976"/>
          <a:ext cx="8168156" cy="3467542"/>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4" name="N_3.mp3">
            <a:hlinkClick r:id="" action="ppaction://media"/>
            <a:extLst>
              <a:ext uri="{FF2B5EF4-FFF2-40B4-BE49-F238E27FC236}">
                <a16:creationId xmlns:a16="http://schemas.microsoft.com/office/drawing/2014/main" id="{0DF8603A-DFD4-FC62-79B3-131B4431C577}"/>
              </a:ext>
            </a:extLst>
          </p:cNvPr>
          <p:cNvPicPr>
            <a:picLocks noChangeAspect="1"/>
          </p:cNvPicPr>
          <p:nvPr>
            <a:audioFile r:link="rId2"/>
            <p:extLst>
              <p:ext uri="{DAA4B4D4-6D71-4841-9C94-3DE7FCFB9230}">
                <p14:media xmlns:p14="http://schemas.microsoft.com/office/powerpoint/2010/main" r:embed="rId1"/>
              </p:ext>
            </p:extLst>
          </p:nvPr>
        </p:nvPicPr>
        <p:blipFill>
          <a:blip r:embed="rId10"/>
          <a:stretch>
            <a:fillRect/>
          </a:stretch>
        </p:blipFill>
        <p:spPr>
          <a:xfrm>
            <a:off x="250952" y="5461000"/>
            <a:ext cx="812800" cy="812800"/>
          </a:xfrm>
          <a:prstGeom prst="rect">
            <a:avLst/>
          </a:prstGeom>
        </p:spPr>
      </p:pic>
    </p:spTree>
    <p:extLst>
      <p:ext uri="{BB962C8B-B14F-4D97-AF65-F5344CB8AC3E}">
        <p14:creationId xmlns:p14="http://schemas.microsoft.com/office/powerpoint/2010/main" val="1231496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8786"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D8AFD15B-CF29-4306-884F-47675092F9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9898236-B2D2-C935-2536-1E4A03FA3AB2}"/>
              </a:ext>
            </a:extLst>
          </p:cNvPr>
          <p:cNvSpPr>
            <a:spLocks noGrp="1"/>
          </p:cNvSpPr>
          <p:nvPr>
            <p:ph type="title"/>
          </p:nvPr>
        </p:nvSpPr>
        <p:spPr>
          <a:xfrm>
            <a:off x="6587544" y="1382165"/>
            <a:ext cx="4869179" cy="1517984"/>
          </a:xfrm>
        </p:spPr>
        <p:txBody>
          <a:bodyPr>
            <a:normAutofit/>
          </a:bodyPr>
          <a:lstStyle/>
          <a:p>
            <a:r>
              <a:rPr lang="en-US" sz="4800" b="1">
                <a:solidFill>
                  <a:srgbClr val="000000"/>
                </a:solidFill>
              </a:rPr>
              <a:t>Hypothesis</a:t>
            </a:r>
            <a:endParaRPr lang="en-US" sz="4800">
              <a:solidFill>
                <a:srgbClr val="000000"/>
              </a:solidFill>
            </a:endParaRPr>
          </a:p>
        </p:txBody>
      </p:sp>
      <p:pic>
        <p:nvPicPr>
          <p:cNvPr id="20" name="Picture 19" descr="Magnifying glass showing decling performance">
            <a:extLst>
              <a:ext uri="{FF2B5EF4-FFF2-40B4-BE49-F238E27FC236}">
                <a16:creationId xmlns:a16="http://schemas.microsoft.com/office/drawing/2014/main" id="{6B29AB1E-EC27-67E1-8C9B-04573BC7DA1C}"/>
              </a:ext>
            </a:extLst>
          </p:cNvPr>
          <p:cNvPicPr>
            <a:picLocks noChangeAspect="1"/>
          </p:cNvPicPr>
          <p:nvPr/>
        </p:nvPicPr>
        <p:blipFill>
          <a:blip r:embed="rId5"/>
          <a:srcRect l="11823" r="24945" b="1"/>
          <a:stretch>
            <a:fillRect/>
          </a:stretch>
        </p:blipFill>
        <p:spPr>
          <a:xfrm>
            <a:off x="-9866" y="401980"/>
            <a:ext cx="6115733" cy="6456021"/>
          </a:xfrm>
          <a:custGeom>
            <a:avLst/>
            <a:gdLst/>
            <a:ahLst/>
            <a:cxnLst/>
            <a:rect l="l" t="t" r="r" b="b"/>
            <a:pathLst>
              <a:path w="6115733" h="6456021">
                <a:moveTo>
                  <a:pt x="2259477" y="433395"/>
                </a:moveTo>
                <a:cubicBezTo>
                  <a:pt x="4149632" y="433395"/>
                  <a:pt x="5681904" y="1964133"/>
                  <a:pt x="5681904" y="3852396"/>
                </a:cubicBezTo>
                <a:cubicBezTo>
                  <a:pt x="5681904" y="4796527"/>
                  <a:pt x="5298836" y="5651278"/>
                  <a:pt x="4679499" y="6269995"/>
                </a:cubicBezTo>
                <a:lnTo>
                  <a:pt x="4474613" y="6456021"/>
                </a:lnTo>
                <a:lnTo>
                  <a:pt x="44341" y="6456021"/>
                </a:lnTo>
                <a:lnTo>
                  <a:pt x="0" y="6415762"/>
                </a:lnTo>
                <a:lnTo>
                  <a:pt x="0" y="1289029"/>
                </a:lnTo>
                <a:lnTo>
                  <a:pt x="82495" y="1214128"/>
                </a:lnTo>
                <a:cubicBezTo>
                  <a:pt x="674092" y="726388"/>
                  <a:pt x="1432534" y="433395"/>
                  <a:pt x="2259477" y="433395"/>
                </a:cubicBezTo>
                <a:close/>
                <a:moveTo>
                  <a:pt x="2259477" y="0"/>
                </a:moveTo>
                <a:cubicBezTo>
                  <a:pt x="4389229" y="0"/>
                  <a:pt x="6115733" y="1724776"/>
                  <a:pt x="6115733" y="3852396"/>
                </a:cubicBezTo>
                <a:cubicBezTo>
                  <a:pt x="6115733" y="4783230"/>
                  <a:pt x="5785270" y="5636956"/>
                  <a:pt x="5235152" y="6302877"/>
                </a:cubicBezTo>
                <a:lnTo>
                  <a:pt x="5095826" y="6456021"/>
                </a:lnTo>
                <a:lnTo>
                  <a:pt x="4617788" y="6456021"/>
                </a:lnTo>
                <a:lnTo>
                  <a:pt x="4747668" y="6338096"/>
                </a:lnTo>
                <a:cubicBezTo>
                  <a:pt x="5384452" y="5701950"/>
                  <a:pt x="5778311" y="4823122"/>
                  <a:pt x="5778311" y="3852396"/>
                </a:cubicBezTo>
                <a:cubicBezTo>
                  <a:pt x="5778311" y="1910944"/>
                  <a:pt x="4202875" y="337085"/>
                  <a:pt x="2259477" y="337085"/>
                </a:cubicBezTo>
                <a:cubicBezTo>
                  <a:pt x="1409240" y="337085"/>
                  <a:pt x="629434" y="638331"/>
                  <a:pt x="21172" y="1139811"/>
                </a:cubicBezTo>
                <a:lnTo>
                  <a:pt x="0" y="1159034"/>
                </a:lnTo>
                <a:lnTo>
                  <a:pt x="0" y="735177"/>
                </a:lnTo>
                <a:lnTo>
                  <a:pt x="103407" y="657929"/>
                </a:lnTo>
                <a:cubicBezTo>
                  <a:pt x="718869" y="242547"/>
                  <a:pt x="1460820" y="0"/>
                  <a:pt x="2259477" y="0"/>
                </a:cubicBezTo>
                <a:close/>
              </a:path>
            </a:pathLst>
          </a:custGeom>
        </p:spPr>
      </p:pic>
      <p:sp>
        <p:nvSpPr>
          <p:cNvPr id="26" name="Freeform: Shape 25">
            <a:extLst>
              <a:ext uri="{FF2B5EF4-FFF2-40B4-BE49-F238E27FC236}">
                <a16:creationId xmlns:a16="http://schemas.microsoft.com/office/drawing/2014/main" id="{96349AB3-1BD3-41E1-8979-1DBDCB5CDC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66" y="401980"/>
            <a:ext cx="6115733" cy="6456021"/>
          </a:xfrm>
          <a:custGeom>
            <a:avLst/>
            <a:gdLst>
              <a:gd name="connsiteX0" fmla="*/ 2259477 w 6115733"/>
              <a:gd name="connsiteY0" fmla="*/ 433395 h 6456021"/>
              <a:gd name="connsiteX1" fmla="*/ 5681904 w 6115733"/>
              <a:gd name="connsiteY1" fmla="*/ 3852396 h 6456021"/>
              <a:gd name="connsiteX2" fmla="*/ 4679499 w 6115733"/>
              <a:gd name="connsiteY2" fmla="*/ 6269995 h 6456021"/>
              <a:gd name="connsiteX3" fmla="*/ 4474613 w 6115733"/>
              <a:gd name="connsiteY3" fmla="*/ 6456021 h 6456021"/>
              <a:gd name="connsiteX4" fmla="*/ 44341 w 6115733"/>
              <a:gd name="connsiteY4" fmla="*/ 6456021 h 6456021"/>
              <a:gd name="connsiteX5" fmla="*/ 0 w 6115733"/>
              <a:gd name="connsiteY5" fmla="*/ 6415762 h 6456021"/>
              <a:gd name="connsiteX6" fmla="*/ 0 w 6115733"/>
              <a:gd name="connsiteY6" fmla="*/ 1289029 h 6456021"/>
              <a:gd name="connsiteX7" fmla="*/ 82495 w 6115733"/>
              <a:gd name="connsiteY7" fmla="*/ 1214128 h 6456021"/>
              <a:gd name="connsiteX8" fmla="*/ 2259477 w 6115733"/>
              <a:gd name="connsiteY8" fmla="*/ 433395 h 6456021"/>
              <a:gd name="connsiteX9" fmla="*/ 2259477 w 6115733"/>
              <a:gd name="connsiteY9" fmla="*/ 0 h 6456021"/>
              <a:gd name="connsiteX10" fmla="*/ 6115733 w 6115733"/>
              <a:gd name="connsiteY10" fmla="*/ 3852396 h 6456021"/>
              <a:gd name="connsiteX11" fmla="*/ 5235152 w 6115733"/>
              <a:gd name="connsiteY11" fmla="*/ 6302877 h 6456021"/>
              <a:gd name="connsiteX12" fmla="*/ 5095826 w 6115733"/>
              <a:gd name="connsiteY12" fmla="*/ 6456021 h 6456021"/>
              <a:gd name="connsiteX13" fmla="*/ 4617788 w 6115733"/>
              <a:gd name="connsiteY13" fmla="*/ 6456021 h 6456021"/>
              <a:gd name="connsiteX14" fmla="*/ 4747668 w 6115733"/>
              <a:gd name="connsiteY14" fmla="*/ 6338096 h 6456021"/>
              <a:gd name="connsiteX15" fmla="*/ 5778311 w 6115733"/>
              <a:gd name="connsiteY15" fmla="*/ 3852396 h 6456021"/>
              <a:gd name="connsiteX16" fmla="*/ 2259477 w 6115733"/>
              <a:gd name="connsiteY16" fmla="*/ 337085 h 6456021"/>
              <a:gd name="connsiteX17" fmla="*/ 21172 w 6115733"/>
              <a:gd name="connsiteY17" fmla="*/ 1139811 h 6456021"/>
              <a:gd name="connsiteX18" fmla="*/ 0 w 6115733"/>
              <a:gd name="connsiteY18" fmla="*/ 1159034 h 6456021"/>
              <a:gd name="connsiteX19" fmla="*/ 0 w 6115733"/>
              <a:gd name="connsiteY19" fmla="*/ 735177 h 6456021"/>
              <a:gd name="connsiteX20" fmla="*/ 103407 w 6115733"/>
              <a:gd name="connsiteY20" fmla="*/ 657929 h 6456021"/>
              <a:gd name="connsiteX21" fmla="*/ 2259477 w 6115733"/>
              <a:gd name="connsiteY21" fmla="*/ 0 h 6456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115733" h="6456021">
                <a:moveTo>
                  <a:pt x="2259477" y="433395"/>
                </a:moveTo>
                <a:cubicBezTo>
                  <a:pt x="4149632" y="433395"/>
                  <a:pt x="5681904" y="1964133"/>
                  <a:pt x="5681904" y="3852396"/>
                </a:cubicBezTo>
                <a:cubicBezTo>
                  <a:pt x="5681904" y="4796527"/>
                  <a:pt x="5298836" y="5651278"/>
                  <a:pt x="4679499" y="6269995"/>
                </a:cubicBezTo>
                <a:lnTo>
                  <a:pt x="4474613" y="6456021"/>
                </a:lnTo>
                <a:lnTo>
                  <a:pt x="44341" y="6456021"/>
                </a:lnTo>
                <a:lnTo>
                  <a:pt x="0" y="6415762"/>
                </a:lnTo>
                <a:lnTo>
                  <a:pt x="0" y="1289029"/>
                </a:lnTo>
                <a:lnTo>
                  <a:pt x="82495" y="1214128"/>
                </a:lnTo>
                <a:cubicBezTo>
                  <a:pt x="674092" y="726388"/>
                  <a:pt x="1432534" y="433395"/>
                  <a:pt x="2259477" y="433395"/>
                </a:cubicBezTo>
                <a:close/>
                <a:moveTo>
                  <a:pt x="2259477" y="0"/>
                </a:moveTo>
                <a:cubicBezTo>
                  <a:pt x="4389229" y="0"/>
                  <a:pt x="6115733" y="1724776"/>
                  <a:pt x="6115733" y="3852396"/>
                </a:cubicBezTo>
                <a:cubicBezTo>
                  <a:pt x="6115733" y="4783230"/>
                  <a:pt x="5785270" y="5636956"/>
                  <a:pt x="5235152" y="6302877"/>
                </a:cubicBezTo>
                <a:lnTo>
                  <a:pt x="5095826" y="6456021"/>
                </a:lnTo>
                <a:lnTo>
                  <a:pt x="4617788" y="6456021"/>
                </a:lnTo>
                <a:lnTo>
                  <a:pt x="4747668" y="6338096"/>
                </a:lnTo>
                <a:cubicBezTo>
                  <a:pt x="5384452" y="5701950"/>
                  <a:pt x="5778311" y="4823122"/>
                  <a:pt x="5778311" y="3852396"/>
                </a:cubicBezTo>
                <a:cubicBezTo>
                  <a:pt x="5778311" y="1910944"/>
                  <a:pt x="4202875" y="337085"/>
                  <a:pt x="2259477" y="337085"/>
                </a:cubicBezTo>
                <a:cubicBezTo>
                  <a:pt x="1409240" y="337085"/>
                  <a:pt x="629434" y="638331"/>
                  <a:pt x="21172" y="1139811"/>
                </a:cubicBezTo>
                <a:lnTo>
                  <a:pt x="0" y="1159034"/>
                </a:lnTo>
                <a:lnTo>
                  <a:pt x="0" y="735177"/>
                </a:lnTo>
                <a:lnTo>
                  <a:pt x="103407" y="657929"/>
                </a:lnTo>
                <a:cubicBezTo>
                  <a:pt x="718869" y="242547"/>
                  <a:pt x="1460820" y="0"/>
                  <a:pt x="2259477" y="0"/>
                </a:cubicBezTo>
                <a:close/>
              </a:path>
            </a:pathLst>
          </a:custGeom>
          <a:blipFill dpi="0" rotWithShape="1">
            <a:blip r:embed="rId6">
              <a:alphaModFix amt="30000"/>
              <a:duotone>
                <a:prstClr val="black"/>
                <a:schemeClr val="accent1">
                  <a:tint val="45000"/>
                  <a:satMod val="400000"/>
                </a:schemeClr>
              </a:duotone>
              <a:extLst>
                <a:ext uri="{BEBA8EAE-BF5A-486C-A8C5-ECC9F3942E4B}">
                  <a14:imgProps xmlns:a14="http://schemas.microsoft.com/office/drawing/2010/main">
                    <a14:imgLayer r:embed="rId7">
                      <a14:imgEffect>
                        <a14:sharpenSoften amount="61000"/>
                      </a14:imgEffect>
                      <a14:imgEffect>
                        <a14:brightnessContrast bright="-25000" contrast="20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3" name="Content Placeholder 2">
            <a:extLst>
              <a:ext uri="{FF2B5EF4-FFF2-40B4-BE49-F238E27FC236}">
                <a16:creationId xmlns:a16="http://schemas.microsoft.com/office/drawing/2014/main" id="{00DDEDB9-F8CD-6F20-02B2-15C212C0A6A1}"/>
              </a:ext>
            </a:extLst>
          </p:cNvPr>
          <p:cNvSpPr>
            <a:spLocks noGrp="1"/>
          </p:cNvSpPr>
          <p:nvPr>
            <p:ph idx="1"/>
          </p:nvPr>
        </p:nvSpPr>
        <p:spPr>
          <a:xfrm>
            <a:off x="6587545" y="3007389"/>
            <a:ext cx="4869179" cy="3065865"/>
          </a:xfrm>
        </p:spPr>
        <p:txBody>
          <a:bodyPr anchor="t">
            <a:normAutofit/>
          </a:bodyPr>
          <a:lstStyle/>
          <a:p>
            <a:pPr marL="0" indent="0">
              <a:buNone/>
            </a:pPr>
            <a:endParaRPr lang="en-US" sz="1800">
              <a:solidFill>
                <a:srgbClr val="000000"/>
              </a:solidFill>
            </a:endParaRPr>
          </a:p>
          <a:p>
            <a:pPr lvl="1"/>
            <a:r>
              <a:rPr lang="en-US" i="1">
                <a:solidFill>
                  <a:srgbClr val="000000"/>
                </a:solidFill>
              </a:rPr>
              <a:t>Increased daily testing rates correlate with a decrease in active cases over time due to early detection and isolation.</a:t>
            </a:r>
            <a:endParaRPr lang="en-US">
              <a:solidFill>
                <a:srgbClr val="000000"/>
              </a:solidFill>
            </a:endParaRPr>
          </a:p>
          <a:p>
            <a:endParaRPr lang="en-US" sz="1800">
              <a:solidFill>
                <a:srgbClr val="000000"/>
              </a:solidFill>
            </a:endParaRPr>
          </a:p>
        </p:txBody>
      </p:sp>
      <p:grpSp>
        <p:nvGrpSpPr>
          <p:cNvPr id="28" name="Group 27">
            <a:extLst>
              <a:ext uri="{FF2B5EF4-FFF2-40B4-BE49-F238E27FC236}">
                <a16:creationId xmlns:a16="http://schemas.microsoft.com/office/drawing/2014/main" id="{54CA915D-BDF0-41F8-B00E-FB186EFF7B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29" name="Oval 28">
              <a:extLst>
                <a:ext uri="{FF2B5EF4-FFF2-40B4-BE49-F238E27FC236}">
                  <a16:creationId xmlns:a16="http://schemas.microsoft.com/office/drawing/2014/main" id="{317AAC03-BF64-4E67-9032-3BD0249980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8">
                <a:duotone>
                  <a:schemeClr val="accent1">
                    <a:shade val="45000"/>
                    <a:satMod val="135000"/>
                  </a:schemeClr>
                  <a:prstClr val="white"/>
                </a:duotone>
                <a:extLst>
                  <a:ext uri="{BEBA8EAE-BF5A-486C-A8C5-ECC9F3942E4B}">
                    <a14:imgProps xmlns:a14="http://schemas.microsoft.com/office/drawing/2010/main">
                      <a14:imgLayer r:embed="rId9">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US"/>
            </a:p>
          </p:txBody>
        </p:sp>
        <p:sp>
          <p:nvSpPr>
            <p:cNvPr id="30" name="Oval 29">
              <a:extLst>
                <a:ext uri="{FF2B5EF4-FFF2-40B4-BE49-F238E27FC236}">
                  <a16:creationId xmlns:a16="http://schemas.microsoft.com/office/drawing/2014/main" id="{1A131397-5A45-4344-9983-5E400A3EA5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US"/>
            </a:p>
          </p:txBody>
        </p:sp>
      </p:grpSp>
      <p:pic>
        <p:nvPicPr>
          <p:cNvPr id="4" name="N_4.mp3">
            <a:hlinkClick r:id="" action="ppaction://media"/>
            <a:extLst>
              <a:ext uri="{FF2B5EF4-FFF2-40B4-BE49-F238E27FC236}">
                <a16:creationId xmlns:a16="http://schemas.microsoft.com/office/drawing/2014/main" id="{0458D7EF-D524-5B83-DE53-B98DA67D3B4E}"/>
              </a:ext>
            </a:extLst>
          </p:cNvPr>
          <p:cNvPicPr>
            <a:picLocks noChangeAspect="1"/>
          </p:cNvPicPr>
          <p:nvPr>
            <a:audioFile r:link="rId2"/>
            <p:extLst>
              <p:ext uri="{DAA4B4D4-6D71-4841-9C94-3DE7FCFB9230}">
                <p14:media xmlns:p14="http://schemas.microsoft.com/office/powerpoint/2010/main" r:embed="rId1"/>
              </p:ext>
            </p:extLst>
          </p:nvPr>
        </p:nvPicPr>
        <p:blipFill>
          <a:blip r:embed="rId10"/>
          <a:stretch>
            <a:fillRect/>
          </a:stretch>
        </p:blipFill>
        <p:spPr>
          <a:xfrm>
            <a:off x="604030" y="5416881"/>
            <a:ext cx="812800" cy="812800"/>
          </a:xfrm>
          <a:prstGeom prst="rect">
            <a:avLst/>
          </a:prstGeom>
        </p:spPr>
      </p:pic>
    </p:spTree>
    <p:extLst>
      <p:ext uri="{BB962C8B-B14F-4D97-AF65-F5344CB8AC3E}">
        <p14:creationId xmlns:p14="http://schemas.microsoft.com/office/powerpoint/2010/main" val="1397900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486"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D4FD3-C3C8-BF4E-F167-44EE22E0D5FA}"/>
              </a:ext>
            </a:extLst>
          </p:cNvPr>
          <p:cNvSpPr>
            <a:spLocks noGrp="1"/>
          </p:cNvSpPr>
          <p:nvPr>
            <p:ph type="title"/>
          </p:nvPr>
        </p:nvSpPr>
        <p:spPr>
          <a:xfrm>
            <a:off x="7865806" y="484632"/>
            <a:ext cx="3677264" cy="1609344"/>
          </a:xfrm>
        </p:spPr>
        <p:txBody>
          <a:bodyPr>
            <a:normAutofit/>
          </a:bodyPr>
          <a:lstStyle/>
          <a:p>
            <a:r>
              <a:rPr lang="en-US" sz="3600" b="1"/>
              <a:t>Literature Review Summary</a:t>
            </a:r>
            <a:endParaRPr lang="en-US" sz="3600"/>
          </a:p>
        </p:txBody>
      </p:sp>
      <p:pic>
        <p:nvPicPr>
          <p:cNvPr id="5" name="Picture 4" descr="A top view of books with different cover colors">
            <a:extLst>
              <a:ext uri="{FF2B5EF4-FFF2-40B4-BE49-F238E27FC236}">
                <a16:creationId xmlns:a16="http://schemas.microsoft.com/office/drawing/2014/main" id="{184C9C7C-64B2-62C0-1897-4615F84B9318}"/>
              </a:ext>
            </a:extLst>
          </p:cNvPr>
          <p:cNvPicPr>
            <a:picLocks noChangeAspect="1"/>
          </p:cNvPicPr>
          <p:nvPr/>
        </p:nvPicPr>
        <p:blipFill>
          <a:blip r:embed="rId5"/>
          <a:srcRect t="6872" r="2" b="2251"/>
          <a:stretch>
            <a:fillRect/>
          </a:stretch>
        </p:blipFill>
        <p:spPr>
          <a:xfrm>
            <a:off x="1" y="10"/>
            <a:ext cx="7546216" cy="6857990"/>
          </a:xfrm>
          <a:prstGeom prst="rect">
            <a:avLst/>
          </a:prstGeom>
        </p:spPr>
      </p:pic>
      <p:sp>
        <p:nvSpPr>
          <p:cNvPr id="3" name="Content Placeholder 2">
            <a:extLst>
              <a:ext uri="{FF2B5EF4-FFF2-40B4-BE49-F238E27FC236}">
                <a16:creationId xmlns:a16="http://schemas.microsoft.com/office/drawing/2014/main" id="{0D8B582D-6359-1B3D-FFD0-219931A523D3}"/>
              </a:ext>
            </a:extLst>
          </p:cNvPr>
          <p:cNvSpPr>
            <a:spLocks noGrp="1"/>
          </p:cNvSpPr>
          <p:nvPr>
            <p:ph idx="1"/>
          </p:nvPr>
        </p:nvSpPr>
        <p:spPr>
          <a:xfrm>
            <a:off x="7865805" y="2121408"/>
            <a:ext cx="3677263" cy="4092579"/>
          </a:xfrm>
        </p:spPr>
        <p:txBody>
          <a:bodyPr>
            <a:normAutofit/>
          </a:bodyPr>
          <a:lstStyle/>
          <a:p>
            <a:r>
              <a:rPr lang="en-US" sz="1600"/>
              <a:t>Global testing effectiveness</a:t>
            </a:r>
          </a:p>
          <a:p>
            <a:endParaRPr lang="en-US" sz="1600"/>
          </a:p>
          <a:p>
            <a:r>
              <a:rPr lang="en-US" sz="1600"/>
              <a:t>Reporting limitations</a:t>
            </a:r>
          </a:p>
          <a:p>
            <a:endParaRPr lang="en-US" sz="1600"/>
          </a:p>
          <a:p>
            <a:r>
              <a:rPr lang="en-US" sz="1600"/>
              <a:t>Hospitalization &amp; outcomes research</a:t>
            </a:r>
          </a:p>
          <a:p>
            <a:endParaRPr lang="en-US" sz="1600"/>
          </a:p>
          <a:p>
            <a:r>
              <a:rPr lang="en-US" sz="1600"/>
              <a:t>Policy interventions</a:t>
            </a:r>
          </a:p>
          <a:p>
            <a:endParaRPr lang="en-US" sz="1600"/>
          </a:p>
          <a:p>
            <a:r>
              <a:rPr lang="en-US" sz="1600"/>
              <a:t>Identified gaps → motivates this study</a:t>
            </a:r>
          </a:p>
          <a:p>
            <a:endParaRPr lang="en-US" sz="1600"/>
          </a:p>
        </p:txBody>
      </p:sp>
      <p:pic>
        <p:nvPicPr>
          <p:cNvPr id="4" name="N_5.mp3">
            <a:hlinkClick r:id="" action="ppaction://media"/>
            <a:extLst>
              <a:ext uri="{FF2B5EF4-FFF2-40B4-BE49-F238E27FC236}">
                <a16:creationId xmlns:a16="http://schemas.microsoft.com/office/drawing/2014/main" id="{E4E33124-30AC-B6A5-6D82-1DB34D08C954}"/>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50800" y="5406572"/>
            <a:ext cx="812800" cy="812800"/>
          </a:xfrm>
          <a:prstGeom prst="rect">
            <a:avLst/>
          </a:prstGeom>
        </p:spPr>
      </p:pic>
    </p:spTree>
    <p:extLst>
      <p:ext uri="{BB962C8B-B14F-4D97-AF65-F5344CB8AC3E}">
        <p14:creationId xmlns:p14="http://schemas.microsoft.com/office/powerpoint/2010/main" val="3104303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4476"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F1C2A-842C-5BD1-8163-591E7DF5AC50}"/>
              </a:ext>
            </a:extLst>
          </p:cNvPr>
          <p:cNvSpPr>
            <a:spLocks noGrp="1"/>
          </p:cNvSpPr>
          <p:nvPr>
            <p:ph type="title"/>
          </p:nvPr>
        </p:nvSpPr>
        <p:spPr>
          <a:xfrm>
            <a:off x="1069848" y="484632"/>
            <a:ext cx="10058400" cy="1609344"/>
          </a:xfrm>
        </p:spPr>
        <p:txBody>
          <a:bodyPr>
            <a:normAutofit/>
          </a:bodyPr>
          <a:lstStyle/>
          <a:p>
            <a:r>
              <a:rPr lang="en-US" b="1"/>
              <a:t>Testing, Outcomes &amp; Interventions</a:t>
            </a:r>
            <a:endParaRPr lang="en-US"/>
          </a:p>
        </p:txBody>
      </p:sp>
      <p:sp>
        <p:nvSpPr>
          <p:cNvPr id="9" name="Rectangle 8">
            <a:extLst>
              <a:ext uri="{FF2B5EF4-FFF2-40B4-BE49-F238E27FC236}">
                <a16:creationId xmlns:a16="http://schemas.microsoft.com/office/drawing/2014/main" id="{3FD711E9-7F79-40A9-8D9E-4AE293C154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6800" y="2013293"/>
            <a:ext cx="10058400" cy="80683"/>
          </a:xfrm>
          <a:prstGeom prst="rect">
            <a:avLst/>
          </a:prstGeom>
          <a:blipFill dpi="0" rotWithShape="1">
            <a:blip r:embed="rId5">
              <a:alphaModFix amt="85000"/>
              <a:lum bright="70000" contrast="-70000"/>
              <a:extLst>
                <a:ext uri="{BEBA8EAE-BF5A-486C-A8C5-ECC9F3942E4B}">
                  <a14:imgProps xmlns:a14="http://schemas.microsoft.com/office/drawing/2010/main">
                    <a14:imgLayer r:embed="rId6">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62B51B56-05F4-BE4A-73EE-AFD677141CA0}"/>
              </a:ext>
            </a:extLst>
          </p:cNvPr>
          <p:cNvGraphicFramePr>
            <a:graphicFrameLocks noGrp="1"/>
          </p:cNvGraphicFramePr>
          <p:nvPr>
            <p:ph idx="1"/>
            <p:extLst>
              <p:ext uri="{D42A27DB-BD31-4B8C-83A1-F6EECF244321}">
                <p14:modId xmlns:p14="http://schemas.microsoft.com/office/powerpoint/2010/main" val="260338477"/>
              </p:ext>
            </p:extLst>
          </p:nvPr>
        </p:nvGraphicFramePr>
        <p:xfrm>
          <a:off x="1069975" y="2385390"/>
          <a:ext cx="10058400" cy="361784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4" name="N_6.mp3">
            <a:hlinkClick r:id="" action="ppaction://media"/>
            <a:extLst>
              <a:ext uri="{FF2B5EF4-FFF2-40B4-BE49-F238E27FC236}">
                <a16:creationId xmlns:a16="http://schemas.microsoft.com/office/drawing/2014/main" id="{5D339A21-1307-C383-B62C-039AF2CA3406}"/>
              </a:ext>
            </a:extLst>
          </p:cNvPr>
          <p:cNvPicPr>
            <a:picLocks noChangeAspect="1"/>
          </p:cNvPicPr>
          <p:nvPr>
            <a:audioFile r:link="rId2"/>
            <p:extLst>
              <p:ext uri="{DAA4B4D4-6D71-4841-9C94-3DE7FCFB9230}">
                <p14:media xmlns:p14="http://schemas.microsoft.com/office/powerpoint/2010/main" r:embed="rId1"/>
              </p:ext>
            </p:extLst>
          </p:nvPr>
        </p:nvPicPr>
        <p:blipFill>
          <a:blip r:embed="rId12"/>
          <a:stretch>
            <a:fillRect/>
          </a:stretch>
        </p:blipFill>
        <p:spPr>
          <a:xfrm>
            <a:off x="257175" y="5481849"/>
            <a:ext cx="812800" cy="812800"/>
          </a:xfrm>
          <a:prstGeom prst="rect">
            <a:avLst/>
          </a:prstGeom>
        </p:spPr>
      </p:pic>
    </p:spTree>
    <p:extLst>
      <p:ext uri="{BB962C8B-B14F-4D97-AF65-F5344CB8AC3E}">
        <p14:creationId xmlns:p14="http://schemas.microsoft.com/office/powerpoint/2010/main" val="1633753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179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321F9-B7E4-1468-E24E-ADA2469C4E39}"/>
              </a:ext>
            </a:extLst>
          </p:cNvPr>
          <p:cNvSpPr>
            <a:spLocks noGrp="1"/>
          </p:cNvSpPr>
          <p:nvPr>
            <p:ph type="title"/>
          </p:nvPr>
        </p:nvSpPr>
        <p:spPr>
          <a:xfrm>
            <a:off x="1069848" y="484632"/>
            <a:ext cx="10058400" cy="1609344"/>
          </a:xfrm>
        </p:spPr>
        <p:txBody>
          <a:bodyPr>
            <a:normAutofit/>
          </a:bodyPr>
          <a:lstStyle/>
          <a:p>
            <a:r>
              <a:rPr lang="en-US" b="1"/>
              <a:t>Dataset Description</a:t>
            </a:r>
            <a:endParaRPr lang="en-US"/>
          </a:p>
        </p:txBody>
      </p:sp>
      <p:sp>
        <p:nvSpPr>
          <p:cNvPr id="9" name="Rectangle 8">
            <a:extLst>
              <a:ext uri="{FF2B5EF4-FFF2-40B4-BE49-F238E27FC236}">
                <a16:creationId xmlns:a16="http://schemas.microsoft.com/office/drawing/2014/main" id="{3FD711E9-7F79-40A9-8D9E-4AE293C154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6800" y="2013293"/>
            <a:ext cx="10058400" cy="80683"/>
          </a:xfrm>
          <a:prstGeom prst="rect">
            <a:avLst/>
          </a:prstGeom>
          <a:blipFill dpi="0" rotWithShape="1">
            <a:blip r:embed="rId5">
              <a:alphaModFix amt="85000"/>
              <a:lum bright="70000" contrast="-70000"/>
              <a:extLst>
                <a:ext uri="{BEBA8EAE-BF5A-486C-A8C5-ECC9F3942E4B}">
                  <a14:imgProps xmlns:a14="http://schemas.microsoft.com/office/drawing/2010/main">
                    <a14:imgLayer r:embed="rId6">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055FE4DF-0A9A-B961-C985-A4759DB2E899}"/>
              </a:ext>
            </a:extLst>
          </p:cNvPr>
          <p:cNvGraphicFramePr>
            <a:graphicFrameLocks noGrp="1"/>
          </p:cNvGraphicFramePr>
          <p:nvPr>
            <p:ph idx="1"/>
            <p:extLst>
              <p:ext uri="{D42A27DB-BD31-4B8C-83A1-F6EECF244321}">
                <p14:modId xmlns:p14="http://schemas.microsoft.com/office/powerpoint/2010/main" val="2707151737"/>
              </p:ext>
            </p:extLst>
          </p:nvPr>
        </p:nvGraphicFramePr>
        <p:xfrm>
          <a:off x="1069975" y="2385390"/>
          <a:ext cx="10058400" cy="361784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4" name="N_7.mp3">
            <a:hlinkClick r:id="" action="ppaction://media"/>
            <a:extLst>
              <a:ext uri="{FF2B5EF4-FFF2-40B4-BE49-F238E27FC236}">
                <a16:creationId xmlns:a16="http://schemas.microsoft.com/office/drawing/2014/main" id="{8A969719-9F9B-4CA5-22B4-539F23E587EC}"/>
              </a:ext>
            </a:extLst>
          </p:cNvPr>
          <p:cNvPicPr>
            <a:picLocks noChangeAspect="1"/>
          </p:cNvPicPr>
          <p:nvPr>
            <a:audioFile r:link="rId2"/>
            <p:extLst>
              <p:ext uri="{DAA4B4D4-6D71-4841-9C94-3DE7FCFB9230}">
                <p14:media xmlns:p14="http://schemas.microsoft.com/office/powerpoint/2010/main" r:embed="rId1"/>
              </p:ext>
            </p:extLst>
          </p:nvPr>
        </p:nvPicPr>
        <p:blipFill>
          <a:blip r:embed="rId12"/>
          <a:stretch>
            <a:fillRect/>
          </a:stretch>
        </p:blipFill>
        <p:spPr>
          <a:xfrm>
            <a:off x="250825" y="5417457"/>
            <a:ext cx="812800" cy="812800"/>
          </a:xfrm>
          <a:prstGeom prst="rect">
            <a:avLst/>
          </a:prstGeom>
        </p:spPr>
      </p:pic>
    </p:spTree>
    <p:extLst>
      <p:ext uri="{BB962C8B-B14F-4D97-AF65-F5344CB8AC3E}">
        <p14:creationId xmlns:p14="http://schemas.microsoft.com/office/powerpoint/2010/main" val="1880101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656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118BA95-03E7-41B7-B442-0AF8C0A7FF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3048" y="0"/>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Oval 10">
            <a:extLst>
              <a:ext uri="{FF2B5EF4-FFF2-40B4-BE49-F238E27FC236}">
                <a16:creationId xmlns:a16="http://schemas.microsoft.com/office/drawing/2014/main" id="{059D8741-EAD6-41B1-A882-70D70FC358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1035" y="1679569"/>
            <a:ext cx="3498864" cy="3498858"/>
          </a:xfrm>
          <a:prstGeom prst="ellipse">
            <a:avLst/>
          </a:prstGeom>
          <a:blipFill dpi="0" rotWithShape="1">
            <a:blip r:embed="rId5">
              <a:duotone>
                <a:schemeClr val="accent1">
                  <a:shade val="45000"/>
                  <a:satMod val="135000"/>
                </a:schemeClr>
                <a:prstClr val="white"/>
              </a:duotone>
              <a:extLst>
                <a:ext uri="{BEBA8EAE-BF5A-486C-A8C5-ECC9F3942E4B}">
                  <a14:imgProps xmlns:a14="http://schemas.microsoft.com/office/drawing/2010/main">
                    <a14:imgLayer r:embed="rId6">
                      <a14:imgEffect>
                        <a14:saturation sat="400000"/>
                      </a14:imgEffect>
                      <a14:imgEffect>
                        <a14:brightnessContrast bright="-40000" contrast="40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3" name="Oval 12">
            <a:extLst>
              <a:ext uri="{FF2B5EF4-FFF2-40B4-BE49-F238E27FC236}">
                <a16:creationId xmlns:a16="http://schemas.microsoft.com/office/drawing/2014/main" id="{45444F36-3103-4D11-A25F-C054D4606D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6134" y="1864667"/>
            <a:ext cx="3128666" cy="312866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 name="Title 1">
            <a:extLst>
              <a:ext uri="{FF2B5EF4-FFF2-40B4-BE49-F238E27FC236}">
                <a16:creationId xmlns:a16="http://schemas.microsoft.com/office/drawing/2014/main" id="{4E6F5882-5A93-A58F-4EB5-1773B37E70C9}"/>
              </a:ext>
            </a:extLst>
          </p:cNvPr>
          <p:cNvSpPr>
            <a:spLocks noGrp="1"/>
          </p:cNvSpPr>
          <p:nvPr>
            <p:ph type="title"/>
          </p:nvPr>
        </p:nvSpPr>
        <p:spPr>
          <a:xfrm>
            <a:off x="1490145" y="2376862"/>
            <a:ext cx="2640646" cy="2104273"/>
          </a:xfrm>
          <a:noFill/>
        </p:spPr>
        <p:txBody>
          <a:bodyPr>
            <a:normAutofit/>
          </a:bodyPr>
          <a:lstStyle/>
          <a:p>
            <a:pPr algn="ctr"/>
            <a:r>
              <a:rPr lang="en-US" sz="3000" b="1">
                <a:solidFill>
                  <a:srgbClr val="FFFFFF"/>
                </a:solidFill>
              </a:rPr>
              <a:t>Data Cleaning &amp; Processing</a:t>
            </a:r>
            <a:endParaRPr lang="en-US" sz="3000">
              <a:solidFill>
                <a:srgbClr val="FFFFFF"/>
              </a:solidFill>
            </a:endParaRPr>
          </a:p>
        </p:txBody>
      </p:sp>
      <p:sp>
        <p:nvSpPr>
          <p:cNvPr id="15" name="Rectangle 14">
            <a:extLst>
              <a:ext uri="{FF2B5EF4-FFF2-40B4-BE49-F238E27FC236}">
                <a16:creationId xmlns:a16="http://schemas.microsoft.com/office/drawing/2014/main" id="{AD9B3EAD-A2B3-42C4-927C-3455E3E69E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02277" y="3388659"/>
            <a:ext cx="3657600" cy="80683"/>
          </a:xfrm>
          <a:prstGeom prst="rect">
            <a:avLst/>
          </a:prstGeom>
          <a:blipFill dpi="0" rotWithShape="1">
            <a:blip r:embed="rId7">
              <a:alphaModFix amt="85000"/>
              <a:lum bright="70000" contrast="-70000"/>
              <a:extLst>
                <a:ext uri="{BEBA8EAE-BF5A-486C-A8C5-ECC9F3942E4B}">
                  <a14:imgProps xmlns:a14="http://schemas.microsoft.com/office/drawing/2010/main">
                    <a14:imgLayer r:embed="rId8">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1A380F94-5BFA-FC87-CA7F-8767BA92C35B}"/>
              </a:ext>
            </a:extLst>
          </p:cNvPr>
          <p:cNvGraphicFramePr>
            <a:graphicFrameLocks noGrp="1"/>
          </p:cNvGraphicFramePr>
          <p:nvPr>
            <p:ph idx="1"/>
            <p:extLst>
              <p:ext uri="{D42A27DB-BD31-4B8C-83A1-F6EECF244321}">
                <p14:modId xmlns:p14="http://schemas.microsoft.com/office/powerpoint/2010/main" val="2528821506"/>
              </p:ext>
            </p:extLst>
          </p:nvPr>
        </p:nvGraphicFramePr>
        <p:xfrm>
          <a:off x="6081713" y="725488"/>
          <a:ext cx="5141912" cy="5407025"/>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pic>
        <p:nvPicPr>
          <p:cNvPr id="4" name="N_8.mp3">
            <a:hlinkClick r:id="" action="ppaction://media"/>
            <a:extLst>
              <a:ext uri="{FF2B5EF4-FFF2-40B4-BE49-F238E27FC236}">
                <a16:creationId xmlns:a16="http://schemas.microsoft.com/office/drawing/2014/main" id="{01389093-3AA9-33CB-FC03-ED27480C6399}"/>
              </a:ext>
            </a:extLst>
          </p:cNvPr>
          <p:cNvPicPr>
            <a:picLocks noChangeAspect="1"/>
          </p:cNvPicPr>
          <p:nvPr>
            <a:audioFile r:link="rId2"/>
            <p:extLst>
              <p:ext uri="{DAA4B4D4-6D71-4841-9C94-3DE7FCFB9230}">
                <p14:media xmlns:p14="http://schemas.microsoft.com/office/powerpoint/2010/main" r:embed="rId1"/>
              </p:ext>
            </p:extLst>
          </p:nvPr>
        </p:nvPicPr>
        <p:blipFill>
          <a:blip r:embed="rId14"/>
          <a:stretch>
            <a:fillRect/>
          </a:stretch>
        </p:blipFill>
        <p:spPr>
          <a:xfrm>
            <a:off x="248235" y="5257801"/>
            <a:ext cx="812800" cy="812800"/>
          </a:xfrm>
          <a:prstGeom prst="rect">
            <a:avLst/>
          </a:prstGeom>
        </p:spPr>
      </p:pic>
    </p:spTree>
    <p:extLst>
      <p:ext uri="{BB962C8B-B14F-4D97-AF65-F5344CB8AC3E}">
        <p14:creationId xmlns:p14="http://schemas.microsoft.com/office/powerpoint/2010/main" val="3039549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7319"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118BA95-03E7-41B7-B442-0AF8C0A7FF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3048" y="0"/>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Oval 10">
            <a:extLst>
              <a:ext uri="{FF2B5EF4-FFF2-40B4-BE49-F238E27FC236}">
                <a16:creationId xmlns:a16="http://schemas.microsoft.com/office/drawing/2014/main" id="{059D8741-EAD6-41B1-A882-70D70FC358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1035" y="1679569"/>
            <a:ext cx="3498864" cy="3498858"/>
          </a:xfrm>
          <a:prstGeom prst="ellipse">
            <a:avLst/>
          </a:prstGeom>
          <a:blipFill dpi="0" rotWithShape="1">
            <a:blip r:embed="rId5">
              <a:duotone>
                <a:schemeClr val="accent1">
                  <a:shade val="45000"/>
                  <a:satMod val="135000"/>
                </a:schemeClr>
                <a:prstClr val="white"/>
              </a:duotone>
              <a:extLst>
                <a:ext uri="{BEBA8EAE-BF5A-486C-A8C5-ECC9F3942E4B}">
                  <a14:imgProps xmlns:a14="http://schemas.microsoft.com/office/drawing/2010/main">
                    <a14:imgLayer r:embed="rId6">
                      <a14:imgEffect>
                        <a14:saturation sat="400000"/>
                      </a14:imgEffect>
                      <a14:imgEffect>
                        <a14:brightnessContrast bright="-40000" contrast="40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3" name="Oval 12">
            <a:extLst>
              <a:ext uri="{FF2B5EF4-FFF2-40B4-BE49-F238E27FC236}">
                <a16:creationId xmlns:a16="http://schemas.microsoft.com/office/drawing/2014/main" id="{45444F36-3103-4D11-A25F-C054D4606D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6134" y="1864667"/>
            <a:ext cx="3128666" cy="312866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 name="Title 1">
            <a:extLst>
              <a:ext uri="{FF2B5EF4-FFF2-40B4-BE49-F238E27FC236}">
                <a16:creationId xmlns:a16="http://schemas.microsoft.com/office/drawing/2014/main" id="{92FA0EB4-838C-82E6-2AC8-89929511ABEE}"/>
              </a:ext>
            </a:extLst>
          </p:cNvPr>
          <p:cNvSpPr>
            <a:spLocks noGrp="1"/>
          </p:cNvSpPr>
          <p:nvPr>
            <p:ph type="title"/>
          </p:nvPr>
        </p:nvSpPr>
        <p:spPr>
          <a:xfrm>
            <a:off x="1490145" y="2376862"/>
            <a:ext cx="2640646" cy="2104273"/>
          </a:xfrm>
          <a:noFill/>
        </p:spPr>
        <p:txBody>
          <a:bodyPr>
            <a:normAutofit/>
          </a:bodyPr>
          <a:lstStyle/>
          <a:p>
            <a:pPr algn="ctr"/>
            <a:r>
              <a:rPr lang="en-US" sz="3000" b="1">
                <a:solidFill>
                  <a:srgbClr val="FFFFFF"/>
                </a:solidFill>
              </a:rPr>
              <a:t>Statistical Methods</a:t>
            </a:r>
            <a:endParaRPr lang="en-US" sz="3000">
              <a:solidFill>
                <a:srgbClr val="FFFFFF"/>
              </a:solidFill>
            </a:endParaRPr>
          </a:p>
        </p:txBody>
      </p:sp>
      <p:sp>
        <p:nvSpPr>
          <p:cNvPr id="15" name="Rectangle 14">
            <a:extLst>
              <a:ext uri="{FF2B5EF4-FFF2-40B4-BE49-F238E27FC236}">
                <a16:creationId xmlns:a16="http://schemas.microsoft.com/office/drawing/2014/main" id="{AD9B3EAD-A2B3-42C4-927C-3455E3E69E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02277" y="3388659"/>
            <a:ext cx="3657600" cy="80683"/>
          </a:xfrm>
          <a:prstGeom prst="rect">
            <a:avLst/>
          </a:prstGeom>
          <a:blipFill dpi="0" rotWithShape="1">
            <a:blip r:embed="rId7">
              <a:alphaModFix amt="85000"/>
              <a:lum bright="70000" contrast="-70000"/>
              <a:extLst>
                <a:ext uri="{BEBA8EAE-BF5A-486C-A8C5-ECC9F3942E4B}">
                  <a14:imgProps xmlns:a14="http://schemas.microsoft.com/office/drawing/2010/main">
                    <a14:imgLayer r:embed="rId8">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55D0B034-F829-C171-4195-E35CDA3282EC}"/>
              </a:ext>
            </a:extLst>
          </p:cNvPr>
          <p:cNvGraphicFramePr>
            <a:graphicFrameLocks noGrp="1"/>
          </p:cNvGraphicFramePr>
          <p:nvPr>
            <p:ph idx="1"/>
            <p:extLst>
              <p:ext uri="{D42A27DB-BD31-4B8C-83A1-F6EECF244321}">
                <p14:modId xmlns:p14="http://schemas.microsoft.com/office/powerpoint/2010/main" val="2162481726"/>
              </p:ext>
            </p:extLst>
          </p:nvPr>
        </p:nvGraphicFramePr>
        <p:xfrm>
          <a:off x="6081713" y="725488"/>
          <a:ext cx="5141912" cy="5407025"/>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pic>
        <p:nvPicPr>
          <p:cNvPr id="4" name="N_9.mp3">
            <a:hlinkClick r:id="" action="ppaction://media"/>
            <a:extLst>
              <a:ext uri="{FF2B5EF4-FFF2-40B4-BE49-F238E27FC236}">
                <a16:creationId xmlns:a16="http://schemas.microsoft.com/office/drawing/2014/main" id="{7DAE00EC-1B13-E8D2-B76B-9AEC0B02836A}"/>
              </a:ext>
            </a:extLst>
          </p:cNvPr>
          <p:cNvPicPr>
            <a:picLocks noChangeAspect="1"/>
          </p:cNvPicPr>
          <p:nvPr>
            <a:audioFile r:link="rId2"/>
            <p:extLst>
              <p:ext uri="{DAA4B4D4-6D71-4841-9C94-3DE7FCFB9230}">
                <p14:media xmlns:p14="http://schemas.microsoft.com/office/powerpoint/2010/main" r:embed="rId1"/>
              </p:ext>
            </p:extLst>
          </p:nvPr>
        </p:nvPicPr>
        <p:blipFill>
          <a:blip r:embed="rId14"/>
          <a:stretch>
            <a:fillRect/>
          </a:stretch>
        </p:blipFill>
        <p:spPr>
          <a:xfrm>
            <a:off x="248235" y="5319713"/>
            <a:ext cx="812800" cy="812800"/>
          </a:xfrm>
          <a:prstGeom prst="rect">
            <a:avLst/>
          </a:prstGeom>
        </p:spPr>
      </p:pic>
    </p:spTree>
    <p:extLst>
      <p:ext uri="{BB962C8B-B14F-4D97-AF65-F5344CB8AC3E}">
        <p14:creationId xmlns:p14="http://schemas.microsoft.com/office/powerpoint/2010/main" val="346492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5412"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C182743-4319-A320-A417-CD6EB0B6D3E6}"/>
              </a:ext>
            </a:extLst>
          </p:cNvPr>
          <p:cNvSpPr>
            <a:spLocks noGrp="1"/>
          </p:cNvSpPr>
          <p:nvPr>
            <p:ph type="title"/>
          </p:nvPr>
        </p:nvSpPr>
        <p:spPr>
          <a:xfrm>
            <a:off x="5195842" y="0"/>
            <a:ext cx="6995853" cy="1971964"/>
          </a:xfrm>
        </p:spPr>
        <p:txBody>
          <a:bodyPr>
            <a:normAutofit/>
          </a:bodyPr>
          <a:lstStyle/>
          <a:p>
            <a:r>
              <a:rPr lang="en-US" sz="4300" b="1" dirty="0"/>
              <a:t>Regression Summary Table</a:t>
            </a:r>
            <a:endParaRPr lang="en-US" sz="4300" dirty="0"/>
          </a:p>
        </p:txBody>
      </p:sp>
      <p:sp>
        <p:nvSpPr>
          <p:cNvPr id="12" name="Freeform: Shape 11">
            <a:extLst>
              <a:ext uri="{FF2B5EF4-FFF2-40B4-BE49-F238E27FC236}">
                <a16:creationId xmlns:a16="http://schemas.microsoft.com/office/drawing/2014/main" id="{E5821A2D-F010-4C2B-8819-23281D9C77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3"/>
            <a:ext cx="6095695" cy="6857997"/>
          </a:xfrm>
          <a:custGeom>
            <a:avLst/>
            <a:gdLst>
              <a:gd name="connsiteX0" fmla="*/ 3435036 w 6095695"/>
              <a:gd name="connsiteY0" fmla="*/ 0 h 6857997"/>
              <a:gd name="connsiteX1" fmla="*/ 4198562 w 6095695"/>
              <a:gd name="connsiteY1" fmla="*/ 0 h 6857997"/>
              <a:gd name="connsiteX2" fmla="*/ 4365987 w 6095695"/>
              <a:gd name="connsiteY2" fmla="*/ 128761 h 6857997"/>
              <a:gd name="connsiteX3" fmla="*/ 6095695 w 6095695"/>
              <a:gd name="connsiteY3" fmla="*/ 3718209 h 6857997"/>
              <a:gd name="connsiteX4" fmla="*/ 4860911 w 6095695"/>
              <a:gd name="connsiteY4" fmla="*/ 6845880 h 6857997"/>
              <a:gd name="connsiteX5" fmla="*/ 4849107 w 6095695"/>
              <a:gd name="connsiteY5" fmla="*/ 6857997 h 6857997"/>
              <a:gd name="connsiteX6" fmla="*/ 4253869 w 6095695"/>
              <a:gd name="connsiteY6" fmla="*/ 6857997 h 6857997"/>
              <a:gd name="connsiteX7" fmla="*/ 4409441 w 6095695"/>
              <a:gd name="connsiteY7" fmla="*/ 6719623 h 6857997"/>
              <a:gd name="connsiteX8" fmla="*/ 5679794 w 6095695"/>
              <a:gd name="connsiteY8" fmla="*/ 3718209 h 6857997"/>
              <a:gd name="connsiteX9" fmla="*/ 3591563 w 6095695"/>
              <a:gd name="connsiteY9" fmla="*/ 88079 h 6857997"/>
              <a:gd name="connsiteX10" fmla="*/ 0 w 6095695"/>
              <a:gd name="connsiteY10" fmla="*/ 0 h 6857997"/>
              <a:gd name="connsiteX11" fmla="*/ 3177466 w 6095695"/>
              <a:gd name="connsiteY11" fmla="*/ 0 h 6857997"/>
              <a:gd name="connsiteX12" fmla="*/ 3353291 w 6095695"/>
              <a:gd name="connsiteY12" fmla="*/ 88129 h 6857997"/>
              <a:gd name="connsiteX13" fmla="*/ 5560965 w 6095695"/>
              <a:gd name="connsiteY13" fmla="*/ 3718209 h 6857997"/>
              <a:gd name="connsiteX14" fmla="*/ 4325417 w 6095695"/>
              <a:gd name="connsiteY14" fmla="*/ 6637392 h 6857997"/>
              <a:gd name="connsiteX15" fmla="*/ 4077394 w 6095695"/>
              <a:gd name="connsiteY15" fmla="*/ 6857997 h 6857997"/>
              <a:gd name="connsiteX16" fmla="*/ 0 w 6095695"/>
              <a:gd name="connsiteY16" fmla="*/ 6857997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95695" h="6857997">
                <a:moveTo>
                  <a:pt x="3435036" y="0"/>
                </a:moveTo>
                <a:lnTo>
                  <a:pt x="4198562" y="0"/>
                </a:lnTo>
                <a:lnTo>
                  <a:pt x="4365987" y="128761"/>
                </a:lnTo>
                <a:cubicBezTo>
                  <a:pt x="5422363" y="981944"/>
                  <a:pt x="6095695" y="2273123"/>
                  <a:pt x="6095695" y="3718209"/>
                </a:cubicBezTo>
                <a:cubicBezTo>
                  <a:pt x="6095695" y="4922447"/>
                  <a:pt x="5628104" y="6019805"/>
                  <a:pt x="4860911" y="6845880"/>
                </a:cubicBezTo>
                <a:lnTo>
                  <a:pt x="4849107" y="6857997"/>
                </a:lnTo>
                <a:lnTo>
                  <a:pt x="4253869" y="6857997"/>
                </a:lnTo>
                <a:lnTo>
                  <a:pt x="4409441" y="6719623"/>
                </a:lnTo>
                <a:cubicBezTo>
                  <a:pt x="5194330" y="5951494"/>
                  <a:pt x="5679794" y="4890334"/>
                  <a:pt x="5679794" y="3718209"/>
                </a:cubicBezTo>
                <a:cubicBezTo>
                  <a:pt x="5679794" y="2179795"/>
                  <a:pt x="4843506" y="832535"/>
                  <a:pt x="3591563" y="88079"/>
                </a:cubicBezTo>
                <a:close/>
                <a:moveTo>
                  <a:pt x="0" y="0"/>
                </a:moveTo>
                <a:lnTo>
                  <a:pt x="3177466" y="0"/>
                </a:lnTo>
                <a:lnTo>
                  <a:pt x="3353291" y="88129"/>
                </a:lnTo>
                <a:cubicBezTo>
                  <a:pt x="4668281" y="787221"/>
                  <a:pt x="5560965" y="2150692"/>
                  <a:pt x="5560965" y="3718209"/>
                </a:cubicBezTo>
                <a:cubicBezTo>
                  <a:pt x="5560965" y="4858221"/>
                  <a:pt x="5088802" y="5890308"/>
                  <a:pt x="4325417" y="6637392"/>
                </a:cubicBezTo>
                <a:lnTo>
                  <a:pt x="4077394" y="6857997"/>
                </a:lnTo>
                <a:lnTo>
                  <a:pt x="0" y="6857997"/>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5E25EA60-67FA-B72A-7D15-0F953DB8EE0D}"/>
              </a:ext>
            </a:extLst>
          </p:cNvPr>
          <p:cNvPicPr>
            <a:picLocks noChangeAspect="1"/>
          </p:cNvPicPr>
          <p:nvPr/>
        </p:nvPicPr>
        <p:blipFill>
          <a:blip r:embed="rId5"/>
          <a:stretch>
            <a:fillRect/>
          </a:stretch>
        </p:blipFill>
        <p:spPr>
          <a:xfrm>
            <a:off x="-394830" y="1578429"/>
            <a:ext cx="6095694" cy="8608561"/>
          </a:xfrm>
          <a:prstGeom prst="rect">
            <a:avLst/>
          </a:prstGeom>
        </p:spPr>
      </p:pic>
      <p:graphicFrame>
        <p:nvGraphicFramePr>
          <p:cNvPr id="18" name="Content Placeholder 2">
            <a:extLst>
              <a:ext uri="{FF2B5EF4-FFF2-40B4-BE49-F238E27FC236}">
                <a16:creationId xmlns:a16="http://schemas.microsoft.com/office/drawing/2014/main" id="{6D043F98-D505-D887-9A68-0E1865B08C03}"/>
              </a:ext>
            </a:extLst>
          </p:cNvPr>
          <p:cNvGraphicFramePr>
            <a:graphicFrameLocks noGrp="1"/>
          </p:cNvGraphicFramePr>
          <p:nvPr>
            <p:ph idx="1"/>
          </p:nvPr>
        </p:nvGraphicFramePr>
        <p:xfrm>
          <a:off x="6888362" y="1571198"/>
          <a:ext cx="4741962" cy="3715603"/>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grpSp>
        <p:nvGrpSpPr>
          <p:cNvPr id="14" name="Group 13">
            <a:extLst>
              <a:ext uri="{FF2B5EF4-FFF2-40B4-BE49-F238E27FC236}">
                <a16:creationId xmlns:a16="http://schemas.microsoft.com/office/drawing/2014/main" id="{D68B9961-F007-40D1-AF51-61B6DE5106C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5" name="Oval 14">
              <a:extLst>
                <a:ext uri="{FF2B5EF4-FFF2-40B4-BE49-F238E27FC236}">
                  <a16:creationId xmlns:a16="http://schemas.microsoft.com/office/drawing/2014/main" id="{E9FDF494-C7FB-47DF-BD39-1F65FA5508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11">
                <a:duotone>
                  <a:schemeClr val="accent1">
                    <a:shade val="45000"/>
                    <a:satMod val="135000"/>
                  </a:schemeClr>
                  <a:prstClr val="white"/>
                </a:duotone>
                <a:extLst>
                  <a:ext uri="{BEBA8EAE-BF5A-486C-A8C5-ECC9F3942E4B}">
                    <a14:imgProps xmlns:a14="http://schemas.microsoft.com/office/drawing/2010/main">
                      <a14:imgLayer r:embed="rId12">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US"/>
            </a:p>
          </p:txBody>
        </p:sp>
        <p:sp>
          <p:nvSpPr>
            <p:cNvPr id="16" name="Oval 15">
              <a:extLst>
                <a:ext uri="{FF2B5EF4-FFF2-40B4-BE49-F238E27FC236}">
                  <a16:creationId xmlns:a16="http://schemas.microsoft.com/office/drawing/2014/main" id="{3A822E1C-4C1A-4BEE-B19C-0FFB2D57BB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US"/>
            </a:p>
          </p:txBody>
        </p:sp>
      </p:grpSp>
      <p:pic>
        <p:nvPicPr>
          <p:cNvPr id="6" name="N_10.mp3">
            <a:hlinkClick r:id="" action="ppaction://media"/>
            <a:extLst>
              <a:ext uri="{FF2B5EF4-FFF2-40B4-BE49-F238E27FC236}">
                <a16:creationId xmlns:a16="http://schemas.microsoft.com/office/drawing/2014/main" id="{69CC5318-27BE-E848-0C20-B02B589078E6}"/>
              </a:ext>
            </a:extLst>
          </p:cNvPr>
          <p:cNvPicPr>
            <a:picLocks noChangeAspect="1"/>
          </p:cNvPicPr>
          <p:nvPr>
            <a:audioFile r:link="rId2"/>
            <p:extLst>
              <p:ext uri="{DAA4B4D4-6D71-4841-9C94-3DE7FCFB9230}">
                <p14:media xmlns:p14="http://schemas.microsoft.com/office/powerpoint/2010/main" r:embed="rId1"/>
              </p:ext>
            </p:extLst>
          </p:nvPr>
        </p:nvPicPr>
        <p:blipFill>
          <a:blip r:embed="rId13"/>
          <a:stretch>
            <a:fillRect/>
          </a:stretch>
        </p:blipFill>
        <p:spPr>
          <a:xfrm>
            <a:off x="714828" y="5286801"/>
            <a:ext cx="812800" cy="812800"/>
          </a:xfrm>
          <a:prstGeom prst="rect">
            <a:avLst/>
          </a:prstGeom>
        </p:spPr>
      </p:pic>
    </p:spTree>
    <p:extLst>
      <p:ext uri="{BB962C8B-B14F-4D97-AF65-F5344CB8AC3E}">
        <p14:creationId xmlns:p14="http://schemas.microsoft.com/office/powerpoint/2010/main" val="301723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773"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6"/>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C7FF924-8DA0-4BE9-8C7E-095B0EC13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66502" y="0"/>
            <a:ext cx="6125497" cy="6857999"/>
          </a:xfrm>
          <a:prstGeom prst="rect">
            <a:avLst/>
          </a:prstGeom>
          <a:blipFill dpi="0" rotWithShape="1">
            <a:blip r:embed="rId5">
              <a:alphaModFix amt="60000"/>
              <a:lum bright="70000" contrast="-70000"/>
              <a:extLst>
                <a:ext uri="{BEBA8EAE-BF5A-486C-A8C5-ECC9F3942E4B}">
                  <a14:imgProps xmlns:a14="http://schemas.microsoft.com/office/drawing/2010/main">
                    <a14:imgLayer r:embed="rId6">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95C79A9-C70E-1F60-05FD-3D97D0B3EEE8}"/>
              </a:ext>
            </a:extLst>
          </p:cNvPr>
          <p:cNvSpPr>
            <a:spLocks noGrp="1"/>
          </p:cNvSpPr>
          <p:nvPr>
            <p:ph type="title"/>
          </p:nvPr>
        </p:nvSpPr>
        <p:spPr>
          <a:xfrm>
            <a:off x="6400800" y="484632"/>
            <a:ext cx="5299586" cy="1609344"/>
          </a:xfrm>
          <a:ln>
            <a:noFill/>
          </a:ln>
        </p:spPr>
        <p:txBody>
          <a:bodyPr>
            <a:normAutofit/>
          </a:bodyPr>
          <a:lstStyle/>
          <a:p>
            <a:r>
              <a:rPr lang="en-US" sz="4000" b="1" dirty="0"/>
              <a:t>Bootstrap Distribution</a:t>
            </a:r>
            <a:endParaRPr lang="en-US" sz="4000" dirty="0"/>
          </a:p>
        </p:txBody>
      </p:sp>
      <p:pic>
        <p:nvPicPr>
          <p:cNvPr id="6" name="Picture 5">
            <a:extLst>
              <a:ext uri="{FF2B5EF4-FFF2-40B4-BE49-F238E27FC236}">
                <a16:creationId xmlns:a16="http://schemas.microsoft.com/office/drawing/2014/main" id="{2E50E60D-5301-7BC6-6DDA-8CFEC45EB483}"/>
              </a:ext>
            </a:extLst>
          </p:cNvPr>
          <p:cNvPicPr>
            <a:picLocks noChangeAspect="1"/>
          </p:cNvPicPr>
          <p:nvPr/>
        </p:nvPicPr>
        <p:blipFill>
          <a:blip r:embed="rId7"/>
          <a:stretch>
            <a:fillRect/>
          </a:stretch>
        </p:blipFill>
        <p:spPr>
          <a:xfrm>
            <a:off x="633999" y="1785768"/>
            <a:ext cx="5112461" cy="3296725"/>
          </a:xfrm>
          <a:prstGeom prst="rect">
            <a:avLst/>
          </a:prstGeom>
        </p:spPr>
      </p:pic>
      <p:grpSp>
        <p:nvGrpSpPr>
          <p:cNvPr id="20" name="Group 19">
            <a:extLst>
              <a:ext uri="{FF2B5EF4-FFF2-40B4-BE49-F238E27FC236}">
                <a16:creationId xmlns:a16="http://schemas.microsoft.com/office/drawing/2014/main" id="{5029B4A8-2CF0-48DC-B29E-F3B62EDDC44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21" name="Oval 20">
              <a:extLst>
                <a:ext uri="{FF2B5EF4-FFF2-40B4-BE49-F238E27FC236}">
                  <a16:creationId xmlns:a16="http://schemas.microsoft.com/office/drawing/2014/main" id="{F71DA811-F7AE-460D-9891-57F221994B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8">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2" name="Oval 21">
              <a:extLst>
                <a:ext uri="{FF2B5EF4-FFF2-40B4-BE49-F238E27FC236}">
                  <a16:creationId xmlns:a16="http://schemas.microsoft.com/office/drawing/2014/main" id="{3747795E-BBFD-44B4-892D-2054745A84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graphicFrame>
        <p:nvGraphicFramePr>
          <p:cNvPr id="13" name="Content Placeholder 2">
            <a:extLst>
              <a:ext uri="{FF2B5EF4-FFF2-40B4-BE49-F238E27FC236}">
                <a16:creationId xmlns:a16="http://schemas.microsoft.com/office/drawing/2014/main" id="{D195FE01-8901-F116-C9C6-EE70434299C6}"/>
              </a:ext>
            </a:extLst>
          </p:cNvPr>
          <p:cNvGraphicFramePr>
            <a:graphicFrameLocks noGrp="1"/>
          </p:cNvGraphicFramePr>
          <p:nvPr>
            <p:ph idx="1"/>
            <p:extLst>
              <p:ext uri="{D42A27DB-BD31-4B8C-83A1-F6EECF244321}">
                <p14:modId xmlns:p14="http://schemas.microsoft.com/office/powerpoint/2010/main" val="603397659"/>
              </p:ext>
            </p:extLst>
          </p:nvPr>
        </p:nvGraphicFramePr>
        <p:xfrm>
          <a:off x="6400799" y="2121408"/>
          <a:ext cx="5299585" cy="4050792"/>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pic>
        <p:nvPicPr>
          <p:cNvPr id="7" name="N_11.mp3">
            <a:hlinkClick r:id="" action="ppaction://media"/>
            <a:extLst>
              <a:ext uri="{FF2B5EF4-FFF2-40B4-BE49-F238E27FC236}">
                <a16:creationId xmlns:a16="http://schemas.microsoft.com/office/drawing/2014/main" id="{810CCF1A-3431-61B8-62B4-FE98C4980D42}"/>
              </a:ext>
            </a:extLst>
          </p:cNvPr>
          <p:cNvPicPr>
            <a:picLocks noChangeAspect="1"/>
          </p:cNvPicPr>
          <p:nvPr>
            <a:audioFile r:link="rId2"/>
            <p:extLst>
              <p:ext uri="{DAA4B4D4-6D71-4841-9C94-3DE7FCFB9230}">
                <p14:media xmlns:p14="http://schemas.microsoft.com/office/powerpoint/2010/main" r:embed="rId1"/>
              </p:ext>
            </p:extLst>
          </p:nvPr>
        </p:nvPicPr>
        <p:blipFill>
          <a:blip r:embed="rId14"/>
          <a:stretch>
            <a:fillRect/>
          </a:stretch>
        </p:blipFill>
        <p:spPr>
          <a:xfrm>
            <a:off x="227599" y="5254172"/>
            <a:ext cx="812800" cy="812800"/>
          </a:xfrm>
          <a:prstGeom prst="rect">
            <a:avLst/>
          </a:prstGeom>
        </p:spPr>
      </p:pic>
    </p:spTree>
    <p:extLst>
      <p:ext uri="{BB962C8B-B14F-4D97-AF65-F5344CB8AC3E}">
        <p14:creationId xmlns:p14="http://schemas.microsoft.com/office/powerpoint/2010/main" val="2326811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669"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7"/>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8AFD15B-CF29-4306-884F-47675092F9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CCF1D28-3FA9-E51F-E634-1166C32A5055}"/>
              </a:ext>
            </a:extLst>
          </p:cNvPr>
          <p:cNvSpPr>
            <a:spLocks noGrp="1"/>
          </p:cNvSpPr>
          <p:nvPr>
            <p:ph type="title"/>
          </p:nvPr>
        </p:nvSpPr>
        <p:spPr>
          <a:xfrm>
            <a:off x="5853870" y="1382165"/>
            <a:ext cx="6195700" cy="1517984"/>
          </a:xfrm>
        </p:spPr>
        <p:txBody>
          <a:bodyPr>
            <a:normAutofit/>
          </a:bodyPr>
          <a:lstStyle/>
          <a:p>
            <a:r>
              <a:rPr lang="en-US" sz="4400" b="1" dirty="0">
                <a:solidFill>
                  <a:schemeClr val="tx1"/>
                </a:solidFill>
              </a:rPr>
              <a:t>Jackknife Distribution</a:t>
            </a:r>
            <a:endParaRPr lang="en-US" sz="4400" dirty="0">
              <a:solidFill>
                <a:schemeClr val="tx1"/>
              </a:solidFill>
            </a:endParaRPr>
          </a:p>
        </p:txBody>
      </p:sp>
      <p:sp>
        <p:nvSpPr>
          <p:cNvPr id="12" name="Freeform: Shape 11">
            <a:extLst>
              <a:ext uri="{FF2B5EF4-FFF2-40B4-BE49-F238E27FC236}">
                <a16:creationId xmlns:a16="http://schemas.microsoft.com/office/drawing/2014/main" id="{7EC0D68F-F813-4414-800D-F8D4F0AB8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66" y="401980"/>
            <a:ext cx="6115733" cy="6456021"/>
          </a:xfrm>
          <a:custGeom>
            <a:avLst/>
            <a:gdLst>
              <a:gd name="connsiteX0" fmla="*/ 2259477 w 6115733"/>
              <a:gd name="connsiteY0" fmla="*/ 433395 h 6456021"/>
              <a:gd name="connsiteX1" fmla="*/ 5681904 w 6115733"/>
              <a:gd name="connsiteY1" fmla="*/ 3852396 h 6456021"/>
              <a:gd name="connsiteX2" fmla="*/ 4679499 w 6115733"/>
              <a:gd name="connsiteY2" fmla="*/ 6269995 h 6456021"/>
              <a:gd name="connsiteX3" fmla="*/ 4474613 w 6115733"/>
              <a:gd name="connsiteY3" fmla="*/ 6456021 h 6456021"/>
              <a:gd name="connsiteX4" fmla="*/ 44341 w 6115733"/>
              <a:gd name="connsiteY4" fmla="*/ 6456021 h 6456021"/>
              <a:gd name="connsiteX5" fmla="*/ 0 w 6115733"/>
              <a:gd name="connsiteY5" fmla="*/ 6415762 h 6456021"/>
              <a:gd name="connsiteX6" fmla="*/ 0 w 6115733"/>
              <a:gd name="connsiteY6" fmla="*/ 1289029 h 6456021"/>
              <a:gd name="connsiteX7" fmla="*/ 82495 w 6115733"/>
              <a:gd name="connsiteY7" fmla="*/ 1214128 h 6456021"/>
              <a:gd name="connsiteX8" fmla="*/ 2259477 w 6115733"/>
              <a:gd name="connsiteY8" fmla="*/ 433395 h 6456021"/>
              <a:gd name="connsiteX9" fmla="*/ 2259477 w 6115733"/>
              <a:gd name="connsiteY9" fmla="*/ 0 h 6456021"/>
              <a:gd name="connsiteX10" fmla="*/ 6115733 w 6115733"/>
              <a:gd name="connsiteY10" fmla="*/ 3852396 h 6456021"/>
              <a:gd name="connsiteX11" fmla="*/ 5235152 w 6115733"/>
              <a:gd name="connsiteY11" fmla="*/ 6302877 h 6456021"/>
              <a:gd name="connsiteX12" fmla="*/ 5095826 w 6115733"/>
              <a:gd name="connsiteY12" fmla="*/ 6456021 h 6456021"/>
              <a:gd name="connsiteX13" fmla="*/ 4617788 w 6115733"/>
              <a:gd name="connsiteY13" fmla="*/ 6456021 h 6456021"/>
              <a:gd name="connsiteX14" fmla="*/ 4747668 w 6115733"/>
              <a:gd name="connsiteY14" fmla="*/ 6338096 h 6456021"/>
              <a:gd name="connsiteX15" fmla="*/ 5778311 w 6115733"/>
              <a:gd name="connsiteY15" fmla="*/ 3852396 h 6456021"/>
              <a:gd name="connsiteX16" fmla="*/ 2259477 w 6115733"/>
              <a:gd name="connsiteY16" fmla="*/ 337085 h 6456021"/>
              <a:gd name="connsiteX17" fmla="*/ 21172 w 6115733"/>
              <a:gd name="connsiteY17" fmla="*/ 1139811 h 6456021"/>
              <a:gd name="connsiteX18" fmla="*/ 0 w 6115733"/>
              <a:gd name="connsiteY18" fmla="*/ 1159034 h 6456021"/>
              <a:gd name="connsiteX19" fmla="*/ 0 w 6115733"/>
              <a:gd name="connsiteY19" fmla="*/ 735177 h 6456021"/>
              <a:gd name="connsiteX20" fmla="*/ 103407 w 6115733"/>
              <a:gd name="connsiteY20" fmla="*/ 657929 h 6456021"/>
              <a:gd name="connsiteX21" fmla="*/ 2259477 w 6115733"/>
              <a:gd name="connsiteY21" fmla="*/ 0 h 6456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115733" h="6456021">
                <a:moveTo>
                  <a:pt x="2259477" y="433395"/>
                </a:moveTo>
                <a:cubicBezTo>
                  <a:pt x="4149632" y="433395"/>
                  <a:pt x="5681904" y="1964133"/>
                  <a:pt x="5681904" y="3852396"/>
                </a:cubicBezTo>
                <a:cubicBezTo>
                  <a:pt x="5681904" y="4796527"/>
                  <a:pt x="5298836" y="5651278"/>
                  <a:pt x="4679499" y="6269995"/>
                </a:cubicBezTo>
                <a:lnTo>
                  <a:pt x="4474613" y="6456021"/>
                </a:lnTo>
                <a:lnTo>
                  <a:pt x="44341" y="6456021"/>
                </a:lnTo>
                <a:lnTo>
                  <a:pt x="0" y="6415762"/>
                </a:lnTo>
                <a:lnTo>
                  <a:pt x="0" y="1289029"/>
                </a:lnTo>
                <a:lnTo>
                  <a:pt x="82495" y="1214128"/>
                </a:lnTo>
                <a:cubicBezTo>
                  <a:pt x="674092" y="726388"/>
                  <a:pt x="1432534" y="433395"/>
                  <a:pt x="2259477" y="433395"/>
                </a:cubicBezTo>
                <a:close/>
                <a:moveTo>
                  <a:pt x="2259477" y="0"/>
                </a:moveTo>
                <a:cubicBezTo>
                  <a:pt x="4389229" y="0"/>
                  <a:pt x="6115733" y="1724776"/>
                  <a:pt x="6115733" y="3852396"/>
                </a:cubicBezTo>
                <a:cubicBezTo>
                  <a:pt x="6115733" y="4783230"/>
                  <a:pt x="5785270" y="5636956"/>
                  <a:pt x="5235152" y="6302877"/>
                </a:cubicBezTo>
                <a:lnTo>
                  <a:pt x="5095826" y="6456021"/>
                </a:lnTo>
                <a:lnTo>
                  <a:pt x="4617788" y="6456021"/>
                </a:lnTo>
                <a:lnTo>
                  <a:pt x="4747668" y="6338096"/>
                </a:lnTo>
                <a:cubicBezTo>
                  <a:pt x="5384452" y="5701950"/>
                  <a:pt x="5778311" y="4823122"/>
                  <a:pt x="5778311" y="3852396"/>
                </a:cubicBezTo>
                <a:cubicBezTo>
                  <a:pt x="5778311" y="1910944"/>
                  <a:pt x="4202875" y="337085"/>
                  <a:pt x="2259477" y="337085"/>
                </a:cubicBezTo>
                <a:cubicBezTo>
                  <a:pt x="1409240" y="337085"/>
                  <a:pt x="629434" y="638331"/>
                  <a:pt x="21172" y="1139811"/>
                </a:cubicBezTo>
                <a:lnTo>
                  <a:pt x="0" y="1159034"/>
                </a:lnTo>
                <a:lnTo>
                  <a:pt x="0" y="735177"/>
                </a:lnTo>
                <a:lnTo>
                  <a:pt x="103407" y="657929"/>
                </a:lnTo>
                <a:cubicBezTo>
                  <a:pt x="718869" y="242547"/>
                  <a:pt x="1460820" y="0"/>
                  <a:pt x="2259477" y="0"/>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D43293E0-DC03-3081-7CD2-BF2D70F658D3}"/>
              </a:ext>
            </a:extLst>
          </p:cNvPr>
          <p:cNvPicPr>
            <a:picLocks noChangeAspect="1"/>
          </p:cNvPicPr>
          <p:nvPr/>
        </p:nvPicPr>
        <p:blipFill>
          <a:blip r:embed="rId5"/>
          <a:stretch>
            <a:fillRect/>
          </a:stretch>
        </p:blipFill>
        <p:spPr>
          <a:xfrm>
            <a:off x="-9866" y="2438399"/>
            <a:ext cx="5203371" cy="3548743"/>
          </a:xfrm>
          <a:prstGeom prst="rect">
            <a:avLst/>
          </a:prstGeom>
        </p:spPr>
      </p:pic>
      <p:sp>
        <p:nvSpPr>
          <p:cNvPr id="3" name="Content Placeholder 2">
            <a:extLst>
              <a:ext uri="{FF2B5EF4-FFF2-40B4-BE49-F238E27FC236}">
                <a16:creationId xmlns:a16="http://schemas.microsoft.com/office/drawing/2014/main" id="{E9B11DD8-7FC9-6451-04A5-75BD5DE546E7}"/>
              </a:ext>
            </a:extLst>
          </p:cNvPr>
          <p:cNvSpPr>
            <a:spLocks noGrp="1"/>
          </p:cNvSpPr>
          <p:nvPr>
            <p:ph idx="1"/>
          </p:nvPr>
        </p:nvSpPr>
        <p:spPr>
          <a:xfrm>
            <a:off x="6587545" y="3007389"/>
            <a:ext cx="4869179" cy="3065865"/>
          </a:xfrm>
        </p:spPr>
        <p:txBody>
          <a:bodyPr anchor="t">
            <a:normAutofit/>
          </a:bodyPr>
          <a:lstStyle/>
          <a:p>
            <a:r>
              <a:rPr lang="en-US" sz="1800"/>
              <a:t>Dropping one country at a time</a:t>
            </a:r>
          </a:p>
          <a:p>
            <a:r>
              <a:rPr lang="en-US" sz="1800"/>
              <a:t>Coefficients remain consistent</a:t>
            </a:r>
          </a:p>
          <a:p>
            <a:endParaRPr lang="en-US" sz="1800"/>
          </a:p>
        </p:txBody>
      </p:sp>
      <p:grpSp>
        <p:nvGrpSpPr>
          <p:cNvPr id="14" name="Group 13">
            <a:extLst>
              <a:ext uri="{FF2B5EF4-FFF2-40B4-BE49-F238E27FC236}">
                <a16:creationId xmlns:a16="http://schemas.microsoft.com/office/drawing/2014/main" id="{54CA915D-BDF0-41F8-B00E-FB186EFF7B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5" name="Oval 14">
              <a:extLst>
                <a:ext uri="{FF2B5EF4-FFF2-40B4-BE49-F238E27FC236}">
                  <a16:creationId xmlns:a16="http://schemas.microsoft.com/office/drawing/2014/main" id="{317AAC03-BF64-4E67-9032-3BD0249980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6">
                <a:duotone>
                  <a:schemeClr val="accent1">
                    <a:shade val="45000"/>
                    <a:satMod val="135000"/>
                  </a:schemeClr>
                  <a:prstClr val="white"/>
                </a:duotone>
                <a:extLst>
                  <a:ext uri="{BEBA8EAE-BF5A-486C-A8C5-ECC9F3942E4B}">
                    <a14:imgProps xmlns:a14="http://schemas.microsoft.com/office/drawing/2010/main">
                      <a14:imgLayer r:embed="rId7">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US"/>
            </a:p>
          </p:txBody>
        </p:sp>
        <p:sp>
          <p:nvSpPr>
            <p:cNvPr id="16" name="Oval 15">
              <a:extLst>
                <a:ext uri="{FF2B5EF4-FFF2-40B4-BE49-F238E27FC236}">
                  <a16:creationId xmlns:a16="http://schemas.microsoft.com/office/drawing/2014/main" id="{1A131397-5A45-4344-9983-5E400A3EA5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US"/>
            </a:p>
          </p:txBody>
        </p:sp>
      </p:grpSp>
      <p:pic>
        <p:nvPicPr>
          <p:cNvPr id="6" name="N_12.mp3">
            <a:hlinkClick r:id="" action="ppaction://media"/>
            <a:extLst>
              <a:ext uri="{FF2B5EF4-FFF2-40B4-BE49-F238E27FC236}">
                <a16:creationId xmlns:a16="http://schemas.microsoft.com/office/drawing/2014/main" id="{E41B8BB6-BB44-977F-3060-D3E80F3C51AC}"/>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7387772" y="5069435"/>
            <a:ext cx="812800" cy="812800"/>
          </a:xfrm>
          <a:prstGeom prst="rect">
            <a:avLst/>
          </a:prstGeom>
        </p:spPr>
      </p:pic>
    </p:spTree>
    <p:extLst>
      <p:ext uri="{BB962C8B-B14F-4D97-AF65-F5344CB8AC3E}">
        <p14:creationId xmlns:p14="http://schemas.microsoft.com/office/powerpoint/2010/main" val="3194635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527"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6"/>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EA6C9-165D-8675-D774-D0577482D0D1}"/>
              </a:ext>
            </a:extLst>
          </p:cNvPr>
          <p:cNvSpPr>
            <a:spLocks noGrp="1"/>
          </p:cNvSpPr>
          <p:nvPr>
            <p:ph type="title"/>
          </p:nvPr>
        </p:nvSpPr>
        <p:spPr>
          <a:xfrm>
            <a:off x="1069848" y="484632"/>
            <a:ext cx="10058400" cy="1609344"/>
          </a:xfrm>
        </p:spPr>
        <p:txBody>
          <a:bodyPr>
            <a:normAutofit/>
          </a:bodyPr>
          <a:lstStyle/>
          <a:p>
            <a:r>
              <a:rPr lang="en-US" sz="4400" b="1" dirty="0"/>
              <a:t>Timing of Testing Effects - </a:t>
            </a:r>
            <a:r>
              <a:rPr lang="en-US" sz="1600" b="1" dirty="0"/>
              <a:t>Distributed-Lag Effects</a:t>
            </a:r>
            <a:endParaRPr lang="en-US" sz="4400" dirty="0"/>
          </a:p>
        </p:txBody>
      </p:sp>
      <p:sp>
        <p:nvSpPr>
          <p:cNvPr id="3" name="Content Placeholder 2">
            <a:extLst>
              <a:ext uri="{FF2B5EF4-FFF2-40B4-BE49-F238E27FC236}">
                <a16:creationId xmlns:a16="http://schemas.microsoft.com/office/drawing/2014/main" id="{94991300-BA57-6513-84A8-B455A8C8083F}"/>
              </a:ext>
            </a:extLst>
          </p:cNvPr>
          <p:cNvSpPr>
            <a:spLocks noGrp="1"/>
          </p:cNvSpPr>
          <p:nvPr>
            <p:ph idx="1"/>
          </p:nvPr>
        </p:nvSpPr>
        <p:spPr>
          <a:xfrm>
            <a:off x="1069848" y="2121408"/>
            <a:ext cx="4773168" cy="4050792"/>
          </a:xfrm>
        </p:spPr>
        <p:txBody>
          <a:bodyPr>
            <a:normAutofit/>
          </a:bodyPr>
          <a:lstStyle/>
          <a:p>
            <a:r>
              <a:rPr lang="en-US" dirty="0"/>
              <a:t>Strongest effects at 7–14 days</a:t>
            </a:r>
          </a:p>
          <a:p>
            <a:r>
              <a:rPr lang="en-US" dirty="0"/>
              <a:t>Matches infection cycle</a:t>
            </a:r>
          </a:p>
          <a:p>
            <a:endParaRPr lang="en-US" dirty="0"/>
          </a:p>
        </p:txBody>
      </p:sp>
      <p:pic>
        <p:nvPicPr>
          <p:cNvPr id="5" name="Picture 4">
            <a:extLst>
              <a:ext uri="{FF2B5EF4-FFF2-40B4-BE49-F238E27FC236}">
                <a16:creationId xmlns:a16="http://schemas.microsoft.com/office/drawing/2014/main" id="{5349DEAB-8F4E-68D7-6E96-0C1895C0ABFB}"/>
              </a:ext>
            </a:extLst>
          </p:cNvPr>
          <p:cNvPicPr>
            <a:picLocks noChangeAspect="1"/>
          </p:cNvPicPr>
          <p:nvPr/>
        </p:nvPicPr>
        <p:blipFill>
          <a:blip r:embed="rId5"/>
          <a:stretch>
            <a:fillRect/>
          </a:stretch>
        </p:blipFill>
        <p:spPr>
          <a:xfrm>
            <a:off x="5203371" y="2644412"/>
            <a:ext cx="5924877" cy="3077935"/>
          </a:xfrm>
          <a:prstGeom prst="rect">
            <a:avLst/>
          </a:prstGeom>
        </p:spPr>
      </p:pic>
      <p:pic>
        <p:nvPicPr>
          <p:cNvPr id="6" name="N_13.mp3">
            <a:hlinkClick r:id="" action="ppaction://media"/>
            <a:extLst>
              <a:ext uri="{FF2B5EF4-FFF2-40B4-BE49-F238E27FC236}">
                <a16:creationId xmlns:a16="http://schemas.microsoft.com/office/drawing/2014/main" id="{DE90088B-9589-636E-4290-18BFC4D541A7}"/>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063752" y="5386832"/>
            <a:ext cx="812800" cy="812800"/>
          </a:xfrm>
          <a:prstGeom prst="rect">
            <a:avLst/>
          </a:prstGeom>
        </p:spPr>
      </p:pic>
    </p:spTree>
    <p:extLst>
      <p:ext uri="{BB962C8B-B14F-4D97-AF65-F5344CB8AC3E}">
        <p14:creationId xmlns:p14="http://schemas.microsoft.com/office/powerpoint/2010/main" val="4139703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922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6"/>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1C7FF924-8DA0-4BE9-8C7E-095B0EC13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66502" y="0"/>
            <a:ext cx="6125497" cy="6857999"/>
          </a:xfrm>
          <a:prstGeom prst="rect">
            <a:avLst/>
          </a:prstGeom>
          <a:blipFill dpi="0" rotWithShape="1">
            <a:blip r:embed="rId5">
              <a:alphaModFix amt="60000"/>
              <a:lum bright="70000" contrast="-70000"/>
              <a:extLst>
                <a:ext uri="{BEBA8EAE-BF5A-486C-A8C5-ECC9F3942E4B}">
                  <a14:imgProps xmlns:a14="http://schemas.microsoft.com/office/drawing/2010/main">
                    <a14:imgLayer r:embed="rId6">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5383973-4DA1-3C27-3A1D-86682685321A}"/>
              </a:ext>
            </a:extLst>
          </p:cNvPr>
          <p:cNvSpPr>
            <a:spLocks noGrp="1"/>
          </p:cNvSpPr>
          <p:nvPr>
            <p:ph type="title"/>
          </p:nvPr>
        </p:nvSpPr>
        <p:spPr>
          <a:xfrm>
            <a:off x="6400800" y="484632"/>
            <a:ext cx="5299586" cy="1609344"/>
          </a:xfrm>
          <a:ln>
            <a:noFill/>
          </a:ln>
        </p:spPr>
        <p:txBody>
          <a:bodyPr>
            <a:normAutofit/>
          </a:bodyPr>
          <a:lstStyle/>
          <a:p>
            <a:r>
              <a:rPr lang="en-US" sz="4000" b="1"/>
              <a:t>Within-Country Binned 	Scatter</a:t>
            </a:r>
            <a:endParaRPr lang="en-US" sz="4000"/>
          </a:p>
        </p:txBody>
      </p:sp>
      <p:pic>
        <p:nvPicPr>
          <p:cNvPr id="5" name="Picture 4">
            <a:extLst>
              <a:ext uri="{FF2B5EF4-FFF2-40B4-BE49-F238E27FC236}">
                <a16:creationId xmlns:a16="http://schemas.microsoft.com/office/drawing/2014/main" id="{33B888A9-B7DC-64DA-2884-ACD152156666}"/>
              </a:ext>
            </a:extLst>
          </p:cNvPr>
          <p:cNvPicPr>
            <a:picLocks noChangeAspect="1"/>
          </p:cNvPicPr>
          <p:nvPr/>
        </p:nvPicPr>
        <p:blipFill>
          <a:blip r:embed="rId7"/>
          <a:stretch>
            <a:fillRect/>
          </a:stretch>
        </p:blipFill>
        <p:spPr>
          <a:xfrm>
            <a:off x="633999" y="1785768"/>
            <a:ext cx="5112461" cy="3296725"/>
          </a:xfrm>
          <a:prstGeom prst="rect">
            <a:avLst/>
          </a:prstGeom>
        </p:spPr>
      </p:pic>
      <p:sp>
        <p:nvSpPr>
          <p:cNvPr id="3" name="Content Placeholder 2">
            <a:extLst>
              <a:ext uri="{FF2B5EF4-FFF2-40B4-BE49-F238E27FC236}">
                <a16:creationId xmlns:a16="http://schemas.microsoft.com/office/drawing/2014/main" id="{E70202EF-C685-5E09-4D56-BE43D0A2517D}"/>
              </a:ext>
            </a:extLst>
          </p:cNvPr>
          <p:cNvSpPr>
            <a:spLocks noGrp="1"/>
          </p:cNvSpPr>
          <p:nvPr>
            <p:ph idx="1"/>
          </p:nvPr>
        </p:nvSpPr>
        <p:spPr>
          <a:xfrm>
            <a:off x="6400799" y="2121408"/>
            <a:ext cx="5299585" cy="4050792"/>
          </a:xfrm>
        </p:spPr>
        <p:txBody>
          <a:bodyPr>
            <a:normAutofit/>
          </a:bodyPr>
          <a:lstStyle/>
          <a:p>
            <a:r>
              <a:rPr lang="en-US" sz="1800" dirty="0"/>
              <a:t>Clear downward slope</a:t>
            </a:r>
          </a:p>
          <a:p>
            <a:r>
              <a:rPr lang="en-US" sz="1800" dirty="0"/>
              <a:t>Higher testing → lower growth</a:t>
            </a:r>
          </a:p>
          <a:p>
            <a:endParaRPr lang="en-US" sz="1800" dirty="0"/>
          </a:p>
        </p:txBody>
      </p:sp>
      <p:grpSp>
        <p:nvGrpSpPr>
          <p:cNvPr id="23" name="Group 22">
            <a:extLst>
              <a:ext uri="{FF2B5EF4-FFF2-40B4-BE49-F238E27FC236}">
                <a16:creationId xmlns:a16="http://schemas.microsoft.com/office/drawing/2014/main" id="{5029B4A8-2CF0-48DC-B29E-F3B62EDDC44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24" name="Oval 23">
              <a:extLst>
                <a:ext uri="{FF2B5EF4-FFF2-40B4-BE49-F238E27FC236}">
                  <a16:creationId xmlns:a16="http://schemas.microsoft.com/office/drawing/2014/main" id="{F71DA811-F7AE-460D-9891-57F221994B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8">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5" name="Oval 24">
              <a:extLst>
                <a:ext uri="{FF2B5EF4-FFF2-40B4-BE49-F238E27FC236}">
                  <a16:creationId xmlns:a16="http://schemas.microsoft.com/office/drawing/2014/main" id="{3747795E-BBFD-44B4-892D-2054745A84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pic>
        <p:nvPicPr>
          <p:cNvPr id="6" name="N_14.mp3">
            <a:hlinkClick r:id="" action="ppaction://media"/>
            <a:extLst>
              <a:ext uri="{FF2B5EF4-FFF2-40B4-BE49-F238E27FC236}">
                <a16:creationId xmlns:a16="http://schemas.microsoft.com/office/drawing/2014/main" id="{674B08CE-C37D-9BA6-02BD-16520CE15925}"/>
              </a:ext>
            </a:extLst>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491616" y="5359400"/>
            <a:ext cx="812800" cy="812800"/>
          </a:xfrm>
          <a:prstGeom prst="rect">
            <a:avLst/>
          </a:prstGeom>
        </p:spPr>
      </p:pic>
    </p:spTree>
    <p:extLst>
      <p:ext uri="{BB962C8B-B14F-4D97-AF65-F5344CB8AC3E}">
        <p14:creationId xmlns:p14="http://schemas.microsoft.com/office/powerpoint/2010/main" val="6033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8672"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6"/>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EDF16-54AA-1908-1427-91944B673C0D}"/>
              </a:ext>
            </a:extLst>
          </p:cNvPr>
          <p:cNvSpPr>
            <a:spLocks noGrp="1"/>
          </p:cNvSpPr>
          <p:nvPr>
            <p:ph type="title"/>
          </p:nvPr>
        </p:nvSpPr>
        <p:spPr>
          <a:xfrm>
            <a:off x="1069848" y="484632"/>
            <a:ext cx="10058400" cy="1609344"/>
          </a:xfrm>
        </p:spPr>
        <p:txBody>
          <a:bodyPr>
            <a:normAutofit/>
          </a:bodyPr>
          <a:lstStyle/>
          <a:p>
            <a:r>
              <a:rPr lang="en-US" b="1"/>
              <a:t>Interpretation of Findings</a:t>
            </a:r>
            <a:endParaRPr lang="en-US"/>
          </a:p>
        </p:txBody>
      </p:sp>
      <p:sp>
        <p:nvSpPr>
          <p:cNvPr id="9" name="Rectangle 8">
            <a:extLst>
              <a:ext uri="{FF2B5EF4-FFF2-40B4-BE49-F238E27FC236}">
                <a16:creationId xmlns:a16="http://schemas.microsoft.com/office/drawing/2014/main" id="{3FD711E9-7F79-40A9-8D9E-4AE293C154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6800" y="2013293"/>
            <a:ext cx="10058400" cy="80683"/>
          </a:xfrm>
          <a:prstGeom prst="rect">
            <a:avLst/>
          </a:prstGeom>
          <a:blipFill dpi="0" rotWithShape="1">
            <a:blip r:embed="rId5">
              <a:alphaModFix amt="85000"/>
              <a:lum bright="70000" contrast="-70000"/>
              <a:extLst>
                <a:ext uri="{BEBA8EAE-BF5A-486C-A8C5-ECC9F3942E4B}">
                  <a14:imgProps xmlns:a14="http://schemas.microsoft.com/office/drawing/2010/main">
                    <a14:imgLayer r:embed="rId6">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85956FBF-866D-7F93-43E1-EF0D02DE8A87}"/>
              </a:ext>
            </a:extLst>
          </p:cNvPr>
          <p:cNvGraphicFramePr>
            <a:graphicFrameLocks noGrp="1"/>
          </p:cNvGraphicFramePr>
          <p:nvPr>
            <p:ph idx="1"/>
            <p:extLst>
              <p:ext uri="{D42A27DB-BD31-4B8C-83A1-F6EECF244321}">
                <p14:modId xmlns:p14="http://schemas.microsoft.com/office/powerpoint/2010/main" val="2723141484"/>
              </p:ext>
            </p:extLst>
          </p:nvPr>
        </p:nvGraphicFramePr>
        <p:xfrm>
          <a:off x="1069975" y="2385390"/>
          <a:ext cx="10058400" cy="361784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4" name="N_15.mp3">
            <a:hlinkClick r:id="" action="ppaction://media"/>
            <a:extLst>
              <a:ext uri="{FF2B5EF4-FFF2-40B4-BE49-F238E27FC236}">
                <a16:creationId xmlns:a16="http://schemas.microsoft.com/office/drawing/2014/main" id="{F6F7E5F6-9BF6-E5DC-AB04-66C27020D6B4}"/>
              </a:ext>
            </a:extLst>
          </p:cNvPr>
          <p:cNvPicPr>
            <a:picLocks noChangeAspect="1"/>
          </p:cNvPicPr>
          <p:nvPr>
            <a:audioFile r:link="rId2"/>
            <p:extLst>
              <p:ext uri="{DAA4B4D4-6D71-4841-9C94-3DE7FCFB9230}">
                <p14:media xmlns:p14="http://schemas.microsoft.com/office/powerpoint/2010/main" r:embed="rId1"/>
              </p:ext>
            </p:extLst>
          </p:nvPr>
        </p:nvPicPr>
        <p:blipFill>
          <a:blip r:embed="rId12"/>
          <a:stretch>
            <a:fillRect/>
          </a:stretch>
        </p:blipFill>
        <p:spPr>
          <a:xfrm>
            <a:off x="250825" y="5596835"/>
            <a:ext cx="812800" cy="812800"/>
          </a:xfrm>
          <a:prstGeom prst="rect">
            <a:avLst/>
          </a:prstGeom>
        </p:spPr>
      </p:pic>
    </p:spTree>
    <p:extLst>
      <p:ext uri="{BB962C8B-B14F-4D97-AF65-F5344CB8AC3E}">
        <p14:creationId xmlns:p14="http://schemas.microsoft.com/office/powerpoint/2010/main" val="2341811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549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B7431-6BAA-99FA-3E33-0ABF10A2D360}"/>
              </a:ext>
            </a:extLst>
          </p:cNvPr>
          <p:cNvSpPr>
            <a:spLocks noGrp="1"/>
          </p:cNvSpPr>
          <p:nvPr>
            <p:ph type="title"/>
          </p:nvPr>
        </p:nvSpPr>
        <p:spPr>
          <a:xfrm>
            <a:off x="1069848" y="484632"/>
            <a:ext cx="10058400" cy="1609344"/>
          </a:xfrm>
        </p:spPr>
        <p:txBody>
          <a:bodyPr>
            <a:normAutofit/>
          </a:bodyPr>
          <a:lstStyle/>
          <a:p>
            <a:r>
              <a:rPr lang="en-US" b="1"/>
              <a:t>Study Limitations</a:t>
            </a:r>
            <a:endParaRPr lang="en-US"/>
          </a:p>
        </p:txBody>
      </p:sp>
      <p:sp>
        <p:nvSpPr>
          <p:cNvPr id="9" name="Rectangle 8">
            <a:extLst>
              <a:ext uri="{FF2B5EF4-FFF2-40B4-BE49-F238E27FC236}">
                <a16:creationId xmlns:a16="http://schemas.microsoft.com/office/drawing/2014/main" id="{3FD711E9-7F79-40A9-8D9E-4AE293C154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6800" y="2013293"/>
            <a:ext cx="10058400" cy="80683"/>
          </a:xfrm>
          <a:prstGeom prst="rect">
            <a:avLst/>
          </a:prstGeom>
          <a:blipFill dpi="0" rotWithShape="1">
            <a:blip r:embed="rId5">
              <a:alphaModFix amt="85000"/>
              <a:lum bright="70000" contrast="-70000"/>
              <a:extLst>
                <a:ext uri="{BEBA8EAE-BF5A-486C-A8C5-ECC9F3942E4B}">
                  <a14:imgProps xmlns:a14="http://schemas.microsoft.com/office/drawing/2010/main">
                    <a14:imgLayer r:embed="rId6">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356D5308-CA89-337F-C4D9-5528754B043F}"/>
              </a:ext>
            </a:extLst>
          </p:cNvPr>
          <p:cNvGraphicFramePr>
            <a:graphicFrameLocks noGrp="1"/>
          </p:cNvGraphicFramePr>
          <p:nvPr>
            <p:ph idx="1"/>
            <p:extLst>
              <p:ext uri="{D42A27DB-BD31-4B8C-83A1-F6EECF244321}">
                <p14:modId xmlns:p14="http://schemas.microsoft.com/office/powerpoint/2010/main" val="731584090"/>
              </p:ext>
            </p:extLst>
          </p:nvPr>
        </p:nvGraphicFramePr>
        <p:xfrm>
          <a:off x="1069975" y="2385390"/>
          <a:ext cx="10058400" cy="361784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4" name="N_16.mp3">
            <a:hlinkClick r:id="" action="ppaction://media"/>
            <a:extLst>
              <a:ext uri="{FF2B5EF4-FFF2-40B4-BE49-F238E27FC236}">
                <a16:creationId xmlns:a16="http://schemas.microsoft.com/office/drawing/2014/main" id="{AAED991A-7D74-153B-0425-AC655C53E33F}"/>
              </a:ext>
            </a:extLst>
          </p:cNvPr>
          <p:cNvPicPr>
            <a:picLocks noChangeAspect="1"/>
          </p:cNvPicPr>
          <p:nvPr>
            <a:audioFile r:link="rId2"/>
            <p:extLst>
              <p:ext uri="{DAA4B4D4-6D71-4841-9C94-3DE7FCFB9230}">
                <p14:media xmlns:p14="http://schemas.microsoft.com/office/powerpoint/2010/main" r:embed="rId1"/>
              </p:ext>
            </p:extLst>
          </p:nvPr>
        </p:nvPicPr>
        <p:blipFill>
          <a:blip r:embed="rId12"/>
          <a:stretch>
            <a:fillRect/>
          </a:stretch>
        </p:blipFill>
        <p:spPr>
          <a:xfrm>
            <a:off x="388257" y="5341258"/>
            <a:ext cx="812800" cy="812800"/>
          </a:xfrm>
          <a:prstGeom prst="rect">
            <a:avLst/>
          </a:prstGeom>
        </p:spPr>
      </p:pic>
    </p:spTree>
    <p:extLst>
      <p:ext uri="{BB962C8B-B14F-4D97-AF65-F5344CB8AC3E}">
        <p14:creationId xmlns:p14="http://schemas.microsoft.com/office/powerpoint/2010/main" val="3425553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21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6907D-432B-558C-4381-F64B47092B77}"/>
              </a:ext>
            </a:extLst>
          </p:cNvPr>
          <p:cNvSpPr>
            <a:spLocks noGrp="1"/>
          </p:cNvSpPr>
          <p:nvPr>
            <p:ph type="title"/>
          </p:nvPr>
        </p:nvSpPr>
        <p:spPr>
          <a:xfrm>
            <a:off x="1069848" y="484632"/>
            <a:ext cx="10058400" cy="1609344"/>
          </a:xfrm>
        </p:spPr>
        <p:txBody>
          <a:bodyPr>
            <a:normAutofit/>
          </a:bodyPr>
          <a:lstStyle/>
          <a:p>
            <a:r>
              <a:rPr lang="en-US" b="1"/>
              <a:t>Conclusion</a:t>
            </a:r>
            <a:endParaRPr lang="en-US"/>
          </a:p>
        </p:txBody>
      </p:sp>
      <p:sp>
        <p:nvSpPr>
          <p:cNvPr id="14" name="Rectangle 13">
            <a:extLst>
              <a:ext uri="{FF2B5EF4-FFF2-40B4-BE49-F238E27FC236}">
                <a16:creationId xmlns:a16="http://schemas.microsoft.com/office/drawing/2014/main" id="{3FD711E9-7F79-40A9-8D9E-4AE293C154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6800" y="2013293"/>
            <a:ext cx="10058400" cy="80683"/>
          </a:xfrm>
          <a:prstGeom prst="rect">
            <a:avLst/>
          </a:prstGeom>
          <a:blipFill dpi="0" rotWithShape="1">
            <a:blip r:embed="rId5">
              <a:alphaModFix amt="85000"/>
              <a:lum bright="70000" contrast="-70000"/>
              <a:extLst>
                <a:ext uri="{BEBA8EAE-BF5A-486C-A8C5-ECC9F3942E4B}">
                  <a14:imgProps xmlns:a14="http://schemas.microsoft.com/office/drawing/2010/main">
                    <a14:imgLayer r:embed="rId6">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D5982FC0-D296-8A68-DC1A-CBA8334EEFC5}"/>
              </a:ext>
            </a:extLst>
          </p:cNvPr>
          <p:cNvGraphicFramePr>
            <a:graphicFrameLocks noGrp="1"/>
          </p:cNvGraphicFramePr>
          <p:nvPr>
            <p:ph idx="1"/>
            <p:extLst>
              <p:ext uri="{D42A27DB-BD31-4B8C-83A1-F6EECF244321}">
                <p14:modId xmlns:p14="http://schemas.microsoft.com/office/powerpoint/2010/main" val="2615987424"/>
              </p:ext>
            </p:extLst>
          </p:nvPr>
        </p:nvGraphicFramePr>
        <p:xfrm>
          <a:off x="1069975" y="2385390"/>
          <a:ext cx="10058400" cy="361784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4" name="N_17.mp3">
            <a:hlinkClick r:id="" action="ppaction://media"/>
            <a:extLst>
              <a:ext uri="{FF2B5EF4-FFF2-40B4-BE49-F238E27FC236}">
                <a16:creationId xmlns:a16="http://schemas.microsoft.com/office/drawing/2014/main" id="{F61A8E4F-65DF-9082-1D9C-559C2BB751F3}"/>
              </a:ext>
            </a:extLst>
          </p:cNvPr>
          <p:cNvPicPr>
            <a:picLocks noChangeAspect="1"/>
          </p:cNvPicPr>
          <p:nvPr>
            <a:audioFile r:link="rId2"/>
            <p:extLst>
              <p:ext uri="{DAA4B4D4-6D71-4841-9C94-3DE7FCFB9230}">
                <p14:media xmlns:p14="http://schemas.microsoft.com/office/powerpoint/2010/main" r:embed="rId1"/>
              </p:ext>
            </p:extLst>
          </p:nvPr>
        </p:nvPicPr>
        <p:blipFill>
          <a:blip r:embed="rId12"/>
          <a:stretch>
            <a:fillRect/>
          </a:stretch>
        </p:blipFill>
        <p:spPr>
          <a:xfrm>
            <a:off x="250825" y="5363028"/>
            <a:ext cx="812800" cy="812800"/>
          </a:xfrm>
          <a:prstGeom prst="rect">
            <a:avLst/>
          </a:prstGeom>
        </p:spPr>
      </p:pic>
    </p:spTree>
    <p:extLst>
      <p:ext uri="{BB962C8B-B14F-4D97-AF65-F5344CB8AC3E}">
        <p14:creationId xmlns:p14="http://schemas.microsoft.com/office/powerpoint/2010/main" val="823432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374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67571-39C8-7D6E-5B36-2A1C1AB493C4}"/>
              </a:ext>
            </a:extLst>
          </p:cNvPr>
          <p:cNvSpPr>
            <a:spLocks noGrp="1"/>
          </p:cNvSpPr>
          <p:nvPr>
            <p:ph type="title"/>
          </p:nvPr>
        </p:nvSpPr>
        <p:spPr>
          <a:xfrm>
            <a:off x="1069848" y="484632"/>
            <a:ext cx="10058400" cy="1609344"/>
          </a:xfrm>
        </p:spPr>
        <p:txBody>
          <a:bodyPr>
            <a:normAutofit/>
          </a:bodyPr>
          <a:lstStyle/>
          <a:p>
            <a:r>
              <a:rPr lang="en-US" b="1"/>
              <a:t>Future Directions</a:t>
            </a:r>
            <a:endParaRPr lang="en-US"/>
          </a:p>
        </p:txBody>
      </p:sp>
      <p:sp>
        <p:nvSpPr>
          <p:cNvPr id="9" name="Rectangle 8">
            <a:extLst>
              <a:ext uri="{FF2B5EF4-FFF2-40B4-BE49-F238E27FC236}">
                <a16:creationId xmlns:a16="http://schemas.microsoft.com/office/drawing/2014/main" id="{3FD711E9-7F79-40A9-8D9E-4AE293C154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6800" y="2013293"/>
            <a:ext cx="10058400" cy="80683"/>
          </a:xfrm>
          <a:prstGeom prst="rect">
            <a:avLst/>
          </a:prstGeom>
          <a:blipFill dpi="0" rotWithShape="1">
            <a:blip r:embed="rId5">
              <a:alphaModFix amt="85000"/>
              <a:lum bright="70000" contrast="-70000"/>
              <a:extLst>
                <a:ext uri="{BEBA8EAE-BF5A-486C-A8C5-ECC9F3942E4B}">
                  <a14:imgProps xmlns:a14="http://schemas.microsoft.com/office/drawing/2010/main">
                    <a14:imgLayer r:embed="rId6">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2E2726BA-50DA-5B11-7B8A-6A5902C74959}"/>
              </a:ext>
            </a:extLst>
          </p:cNvPr>
          <p:cNvGraphicFramePr>
            <a:graphicFrameLocks noGrp="1"/>
          </p:cNvGraphicFramePr>
          <p:nvPr>
            <p:ph idx="1"/>
            <p:extLst>
              <p:ext uri="{D42A27DB-BD31-4B8C-83A1-F6EECF244321}">
                <p14:modId xmlns:p14="http://schemas.microsoft.com/office/powerpoint/2010/main" val="350055966"/>
              </p:ext>
            </p:extLst>
          </p:nvPr>
        </p:nvGraphicFramePr>
        <p:xfrm>
          <a:off x="1069975" y="2385390"/>
          <a:ext cx="10058400" cy="361784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4" name="N_18.mp3">
            <a:hlinkClick r:id="" action="ppaction://media"/>
            <a:extLst>
              <a:ext uri="{FF2B5EF4-FFF2-40B4-BE49-F238E27FC236}">
                <a16:creationId xmlns:a16="http://schemas.microsoft.com/office/drawing/2014/main" id="{F424DD5D-A2BA-6F7D-F000-E088325FCF66}"/>
              </a:ext>
            </a:extLst>
          </p:cNvPr>
          <p:cNvPicPr>
            <a:picLocks noChangeAspect="1"/>
          </p:cNvPicPr>
          <p:nvPr>
            <a:audioFile r:link="rId2"/>
            <p:extLst>
              <p:ext uri="{DAA4B4D4-6D71-4841-9C94-3DE7FCFB9230}">
                <p14:media xmlns:p14="http://schemas.microsoft.com/office/powerpoint/2010/main" r:embed="rId1"/>
              </p:ext>
            </p:extLst>
          </p:nvPr>
        </p:nvPicPr>
        <p:blipFill>
          <a:blip r:embed="rId12"/>
          <a:stretch>
            <a:fillRect/>
          </a:stretch>
        </p:blipFill>
        <p:spPr>
          <a:xfrm>
            <a:off x="257175" y="5319486"/>
            <a:ext cx="812800" cy="812800"/>
          </a:xfrm>
          <a:prstGeom prst="rect">
            <a:avLst/>
          </a:prstGeom>
        </p:spPr>
      </p:pic>
    </p:spTree>
    <p:extLst>
      <p:ext uri="{BB962C8B-B14F-4D97-AF65-F5344CB8AC3E}">
        <p14:creationId xmlns:p14="http://schemas.microsoft.com/office/powerpoint/2010/main" val="1982549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374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DA90C30-B990-4CCA-B584-40F864DA3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545274" cy="6857999"/>
          </a:xfrm>
          <a:prstGeom prst="rect">
            <a:avLst/>
          </a:prstGeom>
          <a:blipFill dpi="0" rotWithShape="1">
            <a:blip r:embed="rId5">
              <a:alphaModFix amt="60000"/>
              <a:lum bright="70000" contrast="-70000"/>
              <a:extLst>
                <a:ext uri="{BEBA8EAE-BF5A-486C-A8C5-ECC9F3942E4B}">
                  <a14:imgProps xmlns:a14="http://schemas.microsoft.com/office/drawing/2010/main">
                    <a14:imgLayer r:embed="rId6">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F75F03-300D-E397-312D-E68FC46B0118}"/>
              </a:ext>
            </a:extLst>
          </p:cNvPr>
          <p:cNvSpPr>
            <a:spLocks noGrp="1"/>
          </p:cNvSpPr>
          <p:nvPr>
            <p:ph type="title"/>
          </p:nvPr>
        </p:nvSpPr>
        <p:spPr>
          <a:xfrm>
            <a:off x="382280" y="484632"/>
            <a:ext cx="6743844" cy="1609344"/>
          </a:xfrm>
        </p:spPr>
        <p:txBody>
          <a:bodyPr>
            <a:normAutofit/>
          </a:bodyPr>
          <a:lstStyle/>
          <a:p>
            <a:r>
              <a:rPr lang="en-US" sz="4800" b="1"/>
              <a:t>Thank You</a:t>
            </a:r>
            <a:endParaRPr lang="en-US" sz="4800"/>
          </a:p>
        </p:txBody>
      </p:sp>
      <p:sp>
        <p:nvSpPr>
          <p:cNvPr id="3" name="Content Placeholder 2">
            <a:extLst>
              <a:ext uri="{FF2B5EF4-FFF2-40B4-BE49-F238E27FC236}">
                <a16:creationId xmlns:a16="http://schemas.microsoft.com/office/drawing/2014/main" id="{4114491C-6ECC-BA8C-33A9-625C0E9BA254}"/>
              </a:ext>
            </a:extLst>
          </p:cNvPr>
          <p:cNvSpPr>
            <a:spLocks noGrp="1"/>
          </p:cNvSpPr>
          <p:nvPr>
            <p:ph idx="1"/>
          </p:nvPr>
        </p:nvSpPr>
        <p:spPr>
          <a:xfrm>
            <a:off x="382279" y="2121408"/>
            <a:ext cx="6743845" cy="4050792"/>
          </a:xfrm>
        </p:spPr>
        <p:txBody>
          <a:bodyPr>
            <a:normAutofit/>
          </a:bodyPr>
          <a:lstStyle/>
          <a:p>
            <a:r>
              <a:rPr lang="en-US" sz="1800"/>
              <a:t>Thank you for listening.</a:t>
            </a:r>
          </a:p>
          <a:p>
            <a:endParaRPr lang="en-US" sz="1800"/>
          </a:p>
        </p:txBody>
      </p:sp>
      <p:pic>
        <p:nvPicPr>
          <p:cNvPr id="7" name="Graphic 6" descr="Grinning Face with No Fill">
            <a:extLst>
              <a:ext uri="{FF2B5EF4-FFF2-40B4-BE49-F238E27FC236}">
                <a16:creationId xmlns:a16="http://schemas.microsoft.com/office/drawing/2014/main" id="{6F45CEEC-D0E4-74E2-942A-475901EDAD7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203460" y="1595727"/>
            <a:ext cx="3369177" cy="3369177"/>
          </a:xfrm>
          <a:prstGeom prst="rect">
            <a:avLst/>
          </a:prstGeom>
        </p:spPr>
      </p:pic>
      <p:grpSp>
        <p:nvGrpSpPr>
          <p:cNvPr id="17" name="Group 16">
            <a:extLst>
              <a:ext uri="{FF2B5EF4-FFF2-40B4-BE49-F238E27FC236}">
                <a16:creationId xmlns:a16="http://schemas.microsoft.com/office/drawing/2014/main" id="{D060B936-2771-48DC-842C-14EE9318E3E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3" name="Oval 12">
              <a:extLst>
                <a:ext uri="{FF2B5EF4-FFF2-40B4-BE49-F238E27FC236}">
                  <a16:creationId xmlns:a16="http://schemas.microsoft.com/office/drawing/2014/main" id="{DB4EC8B4-4BB2-45C2-A68A-28E36AC10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9">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8" name="Oval 17">
              <a:extLst>
                <a:ext uri="{FF2B5EF4-FFF2-40B4-BE49-F238E27FC236}">
                  <a16:creationId xmlns:a16="http://schemas.microsoft.com/office/drawing/2014/main" id="{1431D296-F8F1-41C3-A211-E83E243C51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pic>
        <p:nvPicPr>
          <p:cNvPr id="4" name="N_19.mp3">
            <a:hlinkClick r:id="" action="ppaction://media"/>
            <a:extLst>
              <a:ext uri="{FF2B5EF4-FFF2-40B4-BE49-F238E27FC236}">
                <a16:creationId xmlns:a16="http://schemas.microsoft.com/office/drawing/2014/main" id="{2E3E0A4B-956E-BB74-93CB-BE540C98014A}"/>
              </a:ext>
            </a:extLst>
          </p:cNvPr>
          <p:cNvPicPr>
            <a:picLocks noChangeAspect="1"/>
          </p:cNvPicPr>
          <p:nvPr>
            <a:audioFile r:link="rId2"/>
            <p:extLst>
              <p:ext uri="{DAA4B4D4-6D71-4841-9C94-3DE7FCFB9230}">
                <p14:media xmlns:p14="http://schemas.microsoft.com/office/powerpoint/2010/main" r:embed="rId1"/>
              </p:ext>
            </p:extLst>
          </p:nvPr>
        </p:nvPicPr>
        <p:blipFill>
          <a:blip r:embed="rId10"/>
          <a:stretch>
            <a:fillRect/>
          </a:stretch>
        </p:blipFill>
        <p:spPr>
          <a:xfrm>
            <a:off x="333075" y="5416881"/>
            <a:ext cx="812800" cy="812800"/>
          </a:xfrm>
          <a:prstGeom prst="rect">
            <a:avLst/>
          </a:prstGeom>
        </p:spPr>
      </p:pic>
    </p:spTree>
    <p:extLst>
      <p:ext uri="{BB962C8B-B14F-4D97-AF65-F5344CB8AC3E}">
        <p14:creationId xmlns:p14="http://schemas.microsoft.com/office/powerpoint/2010/main" val="1201397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343"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Wood Type</Template>
  <TotalTime>10014</TotalTime>
  <Words>1145</Words>
  <Application>Microsoft Macintosh PowerPoint</Application>
  <PresentationFormat>Widescreen</PresentationFormat>
  <Paragraphs>128</Paragraphs>
  <Slides>19</Slides>
  <Notes>19</Notes>
  <HiddenSlides>0</HiddenSlides>
  <MMClips>19</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Aptos</vt:lpstr>
      <vt:lpstr>Calibri</vt:lpstr>
      <vt:lpstr>Rockwell</vt:lpstr>
      <vt:lpstr>Rockwell Condensed</vt:lpstr>
      <vt:lpstr>Rockwell Extra Bold</vt:lpstr>
      <vt:lpstr>Wingdings</vt:lpstr>
      <vt:lpstr>Wood Type</vt:lpstr>
      <vt:lpstr>  Investigating COVID-19 Virus Trends </vt:lpstr>
      <vt:lpstr>Background &amp; Research Motivation</vt:lpstr>
      <vt:lpstr>Research Problem &amp; Significance</vt:lpstr>
      <vt:lpstr>Hypothesis</vt:lpstr>
      <vt:lpstr>Literature Review Summary</vt:lpstr>
      <vt:lpstr>Testing, Outcomes &amp; Interventions</vt:lpstr>
      <vt:lpstr>Dataset Description</vt:lpstr>
      <vt:lpstr>Data Cleaning &amp; Processing</vt:lpstr>
      <vt:lpstr>Statistical Methods</vt:lpstr>
      <vt:lpstr>Regression Summary Table</vt:lpstr>
      <vt:lpstr>Bootstrap Distribution</vt:lpstr>
      <vt:lpstr>Jackknife Distribution</vt:lpstr>
      <vt:lpstr>Timing of Testing Effects - Distributed-Lag Effects</vt:lpstr>
      <vt:lpstr>Within-Country Binned  Scatter</vt:lpstr>
      <vt:lpstr>Interpretation of Findings</vt:lpstr>
      <vt:lpstr>Study Limitations</vt:lpstr>
      <vt:lpstr>Conclusion</vt:lpstr>
      <vt:lpstr>Future Directions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Cung, Debbie Zachi</dc:creator>
  <cp:lastModifiedBy>Cung, Debbie Zachi</cp:lastModifiedBy>
  <cp:revision>48</cp:revision>
  <dcterms:created xsi:type="dcterms:W3CDTF">2025-11-13T19:18:49Z</dcterms:created>
  <dcterms:modified xsi:type="dcterms:W3CDTF">2025-11-20T18:13:36Z</dcterms:modified>
</cp:coreProperties>
</file>