
<file path=[Content_Types].xml><?xml version="1.0" encoding="utf-8"?>
<Types xmlns="http://schemas.openxmlformats.org/package/2006/content-types">
  <Default Extension="emf" ContentType="image/x-emf"/>
  <Default Extension="jpeg" ContentType="image/jpeg"/>
  <Default Extension="mp3" ContentType="audio/m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98"/>
    <p:restoredTop sz="94647"/>
  </p:normalViewPr>
  <p:slideViewPr>
    <p:cSldViewPr snapToGrid="0">
      <p:cViewPr varScale="1">
        <p:scale>
          <a:sx n="151" d="100"/>
          <a:sy n="151" d="100"/>
        </p:scale>
        <p:origin x="272"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28.svg"/></Relationships>
</file>

<file path=ppt/diagrams/_rels/data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ata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2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B09B18-D779-4B97-833C-A2AE0630638F}"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84F4B934-E44C-40FA-84AE-6A3324D04D0D}">
      <dgm:prSet/>
      <dgm:spPr/>
      <dgm:t>
        <a:bodyPr/>
        <a:lstStyle/>
        <a:p>
          <a:r>
            <a:rPr lang="en-US"/>
            <a:t>Problem: unclear global evidence on testing effectiveness</a:t>
          </a:r>
        </a:p>
      </dgm:t>
    </dgm:pt>
    <dgm:pt modelId="{EB3ED5B8-F645-4840-B9C6-EE94E28EEDAE}" type="parTrans" cxnId="{393915A7-0AC8-4E16-884C-9A9575CE93E9}">
      <dgm:prSet/>
      <dgm:spPr/>
      <dgm:t>
        <a:bodyPr/>
        <a:lstStyle/>
        <a:p>
          <a:endParaRPr lang="en-US"/>
        </a:p>
      </dgm:t>
    </dgm:pt>
    <dgm:pt modelId="{303F68E7-67A0-4048-B2B8-CA4187D20816}" type="sibTrans" cxnId="{393915A7-0AC8-4E16-884C-9A9575CE93E9}">
      <dgm:prSet/>
      <dgm:spPr/>
      <dgm:t>
        <a:bodyPr/>
        <a:lstStyle/>
        <a:p>
          <a:endParaRPr lang="en-US"/>
        </a:p>
      </dgm:t>
    </dgm:pt>
    <dgm:pt modelId="{3E63F5FB-1B48-4389-8B4B-F7C2EBC61CDB}">
      <dgm:prSet/>
      <dgm:spPr/>
      <dgm:t>
        <a:bodyPr/>
        <a:lstStyle/>
        <a:p>
          <a:r>
            <a:rPr lang="en-US"/>
            <a:t>Many studies examine testing OR outcomes, but not both</a:t>
          </a:r>
        </a:p>
      </dgm:t>
    </dgm:pt>
    <dgm:pt modelId="{9FE4BD0F-A989-40AA-9728-3EE93B84E7D9}" type="parTrans" cxnId="{BF71649E-75DC-475B-A3F5-3BF022D0C6DA}">
      <dgm:prSet/>
      <dgm:spPr/>
      <dgm:t>
        <a:bodyPr/>
        <a:lstStyle/>
        <a:p>
          <a:endParaRPr lang="en-US"/>
        </a:p>
      </dgm:t>
    </dgm:pt>
    <dgm:pt modelId="{B9F89ABB-7A1D-41C7-B2A7-B0F4404A99F1}" type="sibTrans" cxnId="{BF71649E-75DC-475B-A3F5-3BF022D0C6DA}">
      <dgm:prSet/>
      <dgm:spPr/>
      <dgm:t>
        <a:bodyPr/>
        <a:lstStyle/>
        <a:p>
          <a:endParaRPr lang="en-US"/>
        </a:p>
      </dgm:t>
    </dgm:pt>
    <dgm:pt modelId="{5C479409-8A82-4BD6-98FF-D4007090B6E6}">
      <dgm:prSet/>
      <dgm:spPr/>
      <dgm:t>
        <a:bodyPr/>
        <a:lstStyle/>
        <a:p>
          <a:r>
            <a:rPr lang="en-US"/>
            <a:t>Need for standardized cross-country analysis</a:t>
          </a:r>
        </a:p>
      </dgm:t>
    </dgm:pt>
    <dgm:pt modelId="{7D2D0893-CAB6-4B77-A099-AC7AB21E5BD8}" type="parTrans" cxnId="{E4E0EBED-C280-4127-80BC-E277C2DE472A}">
      <dgm:prSet/>
      <dgm:spPr/>
      <dgm:t>
        <a:bodyPr/>
        <a:lstStyle/>
        <a:p>
          <a:endParaRPr lang="en-US"/>
        </a:p>
      </dgm:t>
    </dgm:pt>
    <dgm:pt modelId="{63DAC3E9-1E3A-4084-AD4A-956E992A3492}" type="sibTrans" cxnId="{E4E0EBED-C280-4127-80BC-E277C2DE472A}">
      <dgm:prSet/>
      <dgm:spPr/>
      <dgm:t>
        <a:bodyPr/>
        <a:lstStyle/>
        <a:p>
          <a:endParaRPr lang="en-US"/>
        </a:p>
      </dgm:t>
    </dgm:pt>
    <dgm:pt modelId="{7324E18A-A18B-46C7-983C-DD187CA24F1C}">
      <dgm:prSet/>
      <dgm:spPr/>
      <dgm:t>
        <a:bodyPr/>
        <a:lstStyle/>
        <a:p>
          <a:r>
            <a:rPr lang="en-US"/>
            <a:t>Real-world relevance for future pandemics</a:t>
          </a:r>
        </a:p>
      </dgm:t>
    </dgm:pt>
    <dgm:pt modelId="{2AE6AD8E-8329-4C1D-BA2E-420DB7927D13}" type="parTrans" cxnId="{0077D168-63BC-47C5-8412-FFB821BD52B1}">
      <dgm:prSet/>
      <dgm:spPr/>
      <dgm:t>
        <a:bodyPr/>
        <a:lstStyle/>
        <a:p>
          <a:endParaRPr lang="en-US"/>
        </a:p>
      </dgm:t>
    </dgm:pt>
    <dgm:pt modelId="{542F2C8D-2F3C-4DC9-B37B-293B07E7D6B9}" type="sibTrans" cxnId="{0077D168-63BC-47C5-8412-FFB821BD52B1}">
      <dgm:prSet/>
      <dgm:spPr/>
      <dgm:t>
        <a:bodyPr/>
        <a:lstStyle/>
        <a:p>
          <a:endParaRPr lang="en-US"/>
        </a:p>
      </dgm:t>
    </dgm:pt>
    <dgm:pt modelId="{C0BAB563-B181-164B-BDB1-D31FCEC92888}" type="pres">
      <dgm:prSet presAssocID="{79B09B18-D779-4B97-833C-A2AE0630638F}" presName="matrix" presStyleCnt="0">
        <dgm:presLayoutVars>
          <dgm:chMax val="1"/>
          <dgm:dir/>
          <dgm:resizeHandles val="exact"/>
        </dgm:presLayoutVars>
      </dgm:prSet>
      <dgm:spPr/>
    </dgm:pt>
    <dgm:pt modelId="{C168C338-C913-424E-989C-986A30FC36C6}" type="pres">
      <dgm:prSet presAssocID="{79B09B18-D779-4B97-833C-A2AE0630638F}" presName="diamond" presStyleLbl="bgShp" presStyleIdx="0" presStyleCnt="1"/>
      <dgm:spPr/>
    </dgm:pt>
    <dgm:pt modelId="{23B7797A-5D0A-3A47-B6C5-1BB7AB2AF68F}" type="pres">
      <dgm:prSet presAssocID="{79B09B18-D779-4B97-833C-A2AE0630638F}" presName="quad1" presStyleLbl="node1" presStyleIdx="0" presStyleCnt="4">
        <dgm:presLayoutVars>
          <dgm:chMax val="0"/>
          <dgm:chPref val="0"/>
          <dgm:bulletEnabled val="1"/>
        </dgm:presLayoutVars>
      </dgm:prSet>
      <dgm:spPr/>
    </dgm:pt>
    <dgm:pt modelId="{6B463EF5-52A5-D94C-B46B-DE6054783F5C}" type="pres">
      <dgm:prSet presAssocID="{79B09B18-D779-4B97-833C-A2AE0630638F}" presName="quad2" presStyleLbl="node1" presStyleIdx="1" presStyleCnt="4">
        <dgm:presLayoutVars>
          <dgm:chMax val="0"/>
          <dgm:chPref val="0"/>
          <dgm:bulletEnabled val="1"/>
        </dgm:presLayoutVars>
      </dgm:prSet>
      <dgm:spPr/>
    </dgm:pt>
    <dgm:pt modelId="{E092EBD4-7376-B949-9377-1666C87E13A9}" type="pres">
      <dgm:prSet presAssocID="{79B09B18-D779-4B97-833C-A2AE0630638F}" presName="quad3" presStyleLbl="node1" presStyleIdx="2" presStyleCnt="4">
        <dgm:presLayoutVars>
          <dgm:chMax val="0"/>
          <dgm:chPref val="0"/>
          <dgm:bulletEnabled val="1"/>
        </dgm:presLayoutVars>
      </dgm:prSet>
      <dgm:spPr/>
    </dgm:pt>
    <dgm:pt modelId="{4B04B4B2-2CFD-794E-8B4A-F62D993DB483}" type="pres">
      <dgm:prSet presAssocID="{79B09B18-D779-4B97-833C-A2AE0630638F}" presName="quad4" presStyleLbl="node1" presStyleIdx="3" presStyleCnt="4">
        <dgm:presLayoutVars>
          <dgm:chMax val="0"/>
          <dgm:chPref val="0"/>
          <dgm:bulletEnabled val="1"/>
        </dgm:presLayoutVars>
      </dgm:prSet>
      <dgm:spPr/>
    </dgm:pt>
  </dgm:ptLst>
  <dgm:cxnLst>
    <dgm:cxn modelId="{19932D24-57DE-A74E-BF4E-944C2BBFD19C}" type="presOf" srcId="{3E63F5FB-1B48-4389-8B4B-F7C2EBC61CDB}" destId="{6B463EF5-52A5-D94C-B46B-DE6054783F5C}" srcOrd="0" destOrd="0" presId="urn:microsoft.com/office/officeart/2005/8/layout/matrix3"/>
    <dgm:cxn modelId="{ECEE0928-C6D5-434F-B138-4DB5A249024E}" type="presOf" srcId="{7324E18A-A18B-46C7-983C-DD187CA24F1C}" destId="{4B04B4B2-2CFD-794E-8B4A-F62D993DB483}" srcOrd="0" destOrd="0" presId="urn:microsoft.com/office/officeart/2005/8/layout/matrix3"/>
    <dgm:cxn modelId="{70C3E230-278B-7742-8634-AA42B427CE1F}" type="presOf" srcId="{5C479409-8A82-4BD6-98FF-D4007090B6E6}" destId="{E092EBD4-7376-B949-9377-1666C87E13A9}" srcOrd="0" destOrd="0" presId="urn:microsoft.com/office/officeart/2005/8/layout/matrix3"/>
    <dgm:cxn modelId="{A77BBB55-7C04-0E4E-8FF2-DB21AED85981}" type="presOf" srcId="{84F4B934-E44C-40FA-84AE-6A3324D04D0D}" destId="{23B7797A-5D0A-3A47-B6C5-1BB7AB2AF68F}" srcOrd="0" destOrd="0" presId="urn:microsoft.com/office/officeart/2005/8/layout/matrix3"/>
    <dgm:cxn modelId="{0077D168-63BC-47C5-8412-FFB821BD52B1}" srcId="{79B09B18-D779-4B97-833C-A2AE0630638F}" destId="{7324E18A-A18B-46C7-983C-DD187CA24F1C}" srcOrd="3" destOrd="0" parTransId="{2AE6AD8E-8329-4C1D-BA2E-420DB7927D13}" sibTransId="{542F2C8D-2F3C-4DC9-B37B-293B07E7D6B9}"/>
    <dgm:cxn modelId="{BF71649E-75DC-475B-A3F5-3BF022D0C6DA}" srcId="{79B09B18-D779-4B97-833C-A2AE0630638F}" destId="{3E63F5FB-1B48-4389-8B4B-F7C2EBC61CDB}" srcOrd="1" destOrd="0" parTransId="{9FE4BD0F-A989-40AA-9728-3EE93B84E7D9}" sibTransId="{B9F89ABB-7A1D-41C7-B2A7-B0F4404A99F1}"/>
    <dgm:cxn modelId="{393915A7-0AC8-4E16-884C-9A9575CE93E9}" srcId="{79B09B18-D779-4B97-833C-A2AE0630638F}" destId="{84F4B934-E44C-40FA-84AE-6A3324D04D0D}" srcOrd="0" destOrd="0" parTransId="{EB3ED5B8-F645-4840-B9C6-EE94E28EEDAE}" sibTransId="{303F68E7-67A0-4048-B2B8-CA4187D20816}"/>
    <dgm:cxn modelId="{742E03D8-3BF8-B849-8F6F-088858B6F324}" type="presOf" srcId="{79B09B18-D779-4B97-833C-A2AE0630638F}" destId="{C0BAB563-B181-164B-BDB1-D31FCEC92888}" srcOrd="0" destOrd="0" presId="urn:microsoft.com/office/officeart/2005/8/layout/matrix3"/>
    <dgm:cxn modelId="{E4E0EBED-C280-4127-80BC-E277C2DE472A}" srcId="{79B09B18-D779-4B97-833C-A2AE0630638F}" destId="{5C479409-8A82-4BD6-98FF-D4007090B6E6}" srcOrd="2" destOrd="0" parTransId="{7D2D0893-CAB6-4B77-A099-AC7AB21E5BD8}" sibTransId="{63DAC3E9-1E3A-4084-AD4A-956E992A3492}"/>
    <dgm:cxn modelId="{87AC32A8-095A-CF43-890A-F2BF0CC377D6}" type="presParOf" srcId="{C0BAB563-B181-164B-BDB1-D31FCEC92888}" destId="{C168C338-C913-424E-989C-986A30FC36C6}" srcOrd="0" destOrd="0" presId="urn:microsoft.com/office/officeart/2005/8/layout/matrix3"/>
    <dgm:cxn modelId="{E74475C2-91DF-814E-82EE-6649E181C147}" type="presParOf" srcId="{C0BAB563-B181-164B-BDB1-D31FCEC92888}" destId="{23B7797A-5D0A-3A47-B6C5-1BB7AB2AF68F}" srcOrd="1" destOrd="0" presId="urn:microsoft.com/office/officeart/2005/8/layout/matrix3"/>
    <dgm:cxn modelId="{FD969EC6-7D1F-014B-AD29-4616F217047F}" type="presParOf" srcId="{C0BAB563-B181-164B-BDB1-D31FCEC92888}" destId="{6B463EF5-52A5-D94C-B46B-DE6054783F5C}" srcOrd="2" destOrd="0" presId="urn:microsoft.com/office/officeart/2005/8/layout/matrix3"/>
    <dgm:cxn modelId="{B93CBD6A-87F5-AF40-9C77-7D0DA47E8E49}" type="presParOf" srcId="{C0BAB563-B181-164B-BDB1-D31FCEC92888}" destId="{E092EBD4-7376-B949-9377-1666C87E13A9}" srcOrd="3" destOrd="0" presId="urn:microsoft.com/office/officeart/2005/8/layout/matrix3"/>
    <dgm:cxn modelId="{04DCEA3F-E4DC-A942-AC27-2F57F08FA805}" type="presParOf" srcId="{C0BAB563-B181-164B-BDB1-D31FCEC92888}" destId="{4B04B4B2-2CFD-794E-8B4A-F62D993DB483}" srcOrd="4" destOrd="0" presId="urn:microsoft.com/office/officeart/2005/8/layout/matrix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F58740-AFAF-4A49-AA8F-E8870AC26350}"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7D5F4CC8-E241-4125-BB69-70481F89FA1A}">
      <dgm:prSet/>
      <dgm:spPr/>
      <dgm:t>
        <a:bodyPr/>
        <a:lstStyle/>
        <a:p>
          <a:r>
            <a:rPr lang="en-US"/>
            <a:t>Early testing linked to reduced spread</a:t>
          </a:r>
        </a:p>
      </dgm:t>
    </dgm:pt>
    <dgm:pt modelId="{5650213F-5577-462B-A78F-10FBB202B32B}" type="parTrans" cxnId="{553F07ED-EF0B-4879-8E24-4A4E2EE4FE38}">
      <dgm:prSet/>
      <dgm:spPr/>
      <dgm:t>
        <a:bodyPr/>
        <a:lstStyle/>
        <a:p>
          <a:endParaRPr lang="en-US"/>
        </a:p>
      </dgm:t>
    </dgm:pt>
    <dgm:pt modelId="{D987346C-F915-4071-B612-A5171ED5E49B}" type="sibTrans" cxnId="{553F07ED-EF0B-4879-8E24-4A4E2EE4FE38}">
      <dgm:prSet/>
      <dgm:spPr/>
      <dgm:t>
        <a:bodyPr/>
        <a:lstStyle/>
        <a:p>
          <a:endParaRPr lang="en-US"/>
        </a:p>
      </dgm:t>
    </dgm:pt>
    <dgm:pt modelId="{8382D19D-8F8C-4E18-9C08-4B012EFA8944}">
      <dgm:prSet/>
      <dgm:spPr/>
      <dgm:t>
        <a:bodyPr/>
        <a:lstStyle/>
        <a:p>
          <a:r>
            <a:rPr lang="en-US"/>
            <a:t>Underreporting affected national statistics</a:t>
          </a:r>
        </a:p>
      </dgm:t>
    </dgm:pt>
    <dgm:pt modelId="{36954170-38F6-43BE-9844-3DD12B39D0B9}" type="parTrans" cxnId="{B1CFCF37-DC55-4BEC-ABC7-A03B9E088868}">
      <dgm:prSet/>
      <dgm:spPr/>
      <dgm:t>
        <a:bodyPr/>
        <a:lstStyle/>
        <a:p>
          <a:endParaRPr lang="en-US"/>
        </a:p>
      </dgm:t>
    </dgm:pt>
    <dgm:pt modelId="{DB767856-29DD-4840-A5F4-410FC7598E08}" type="sibTrans" cxnId="{B1CFCF37-DC55-4BEC-ABC7-A03B9E088868}">
      <dgm:prSet/>
      <dgm:spPr/>
      <dgm:t>
        <a:bodyPr/>
        <a:lstStyle/>
        <a:p>
          <a:endParaRPr lang="en-US"/>
        </a:p>
      </dgm:t>
    </dgm:pt>
    <dgm:pt modelId="{C924E2B3-1A6E-4606-A6F8-D5DC54DB09F8}">
      <dgm:prSet/>
      <dgm:spPr/>
      <dgm:t>
        <a:bodyPr/>
        <a:lstStyle/>
        <a:p>
          <a:r>
            <a:rPr lang="en-US"/>
            <a:t>Hospitals overwhelmed → higher mortality</a:t>
          </a:r>
        </a:p>
      </dgm:t>
    </dgm:pt>
    <dgm:pt modelId="{98F960DA-9B4C-42C5-94AE-B95A26AEEE1B}" type="parTrans" cxnId="{6AE30804-FA80-4B57-BE2A-CA3C8439C90B}">
      <dgm:prSet/>
      <dgm:spPr/>
      <dgm:t>
        <a:bodyPr/>
        <a:lstStyle/>
        <a:p>
          <a:endParaRPr lang="en-US"/>
        </a:p>
      </dgm:t>
    </dgm:pt>
    <dgm:pt modelId="{5DCB3419-25A3-466F-9A7E-FE5CC2649952}" type="sibTrans" cxnId="{6AE30804-FA80-4B57-BE2A-CA3C8439C90B}">
      <dgm:prSet/>
      <dgm:spPr/>
      <dgm:t>
        <a:bodyPr/>
        <a:lstStyle/>
        <a:p>
          <a:endParaRPr lang="en-US"/>
        </a:p>
      </dgm:t>
    </dgm:pt>
    <dgm:pt modelId="{B6D99CF1-B3F0-4E41-9AC3-7429F0ABC0D1}">
      <dgm:prSet/>
      <dgm:spPr/>
      <dgm:t>
        <a:bodyPr/>
        <a:lstStyle/>
        <a:p>
          <a:r>
            <a:rPr lang="en-US"/>
            <a:t>Policies like lockdowns more effective with testing</a:t>
          </a:r>
        </a:p>
      </dgm:t>
    </dgm:pt>
    <dgm:pt modelId="{72D4B414-42C5-4664-B8EE-903208EEC617}" type="parTrans" cxnId="{8D4A7DED-4E52-4876-885E-B8539EE178F5}">
      <dgm:prSet/>
      <dgm:spPr/>
      <dgm:t>
        <a:bodyPr/>
        <a:lstStyle/>
        <a:p>
          <a:endParaRPr lang="en-US"/>
        </a:p>
      </dgm:t>
    </dgm:pt>
    <dgm:pt modelId="{4676D5CC-CB82-44B4-8B81-51DE619203AF}" type="sibTrans" cxnId="{8D4A7DED-4E52-4876-885E-B8539EE178F5}">
      <dgm:prSet/>
      <dgm:spPr/>
      <dgm:t>
        <a:bodyPr/>
        <a:lstStyle/>
        <a:p>
          <a:endParaRPr lang="en-US"/>
        </a:p>
      </dgm:t>
    </dgm:pt>
    <dgm:pt modelId="{9E1E5B5C-01C6-478D-AA48-F8854186C71E}">
      <dgm:prSet/>
      <dgm:spPr/>
      <dgm:t>
        <a:bodyPr/>
        <a:lstStyle/>
        <a:p>
          <a:r>
            <a:rPr lang="en-US"/>
            <a:t>Need for integrated analyses</a:t>
          </a:r>
        </a:p>
      </dgm:t>
    </dgm:pt>
    <dgm:pt modelId="{8106BF6F-FAF9-4081-A559-C655375162FA}" type="parTrans" cxnId="{94A14E74-9C4F-4582-BC07-4D957729EBB0}">
      <dgm:prSet/>
      <dgm:spPr/>
      <dgm:t>
        <a:bodyPr/>
        <a:lstStyle/>
        <a:p>
          <a:endParaRPr lang="en-US"/>
        </a:p>
      </dgm:t>
    </dgm:pt>
    <dgm:pt modelId="{0CEDAA0E-E104-4F4F-8686-D2F38333EEF0}" type="sibTrans" cxnId="{94A14E74-9C4F-4582-BC07-4D957729EBB0}">
      <dgm:prSet/>
      <dgm:spPr/>
      <dgm:t>
        <a:bodyPr/>
        <a:lstStyle/>
        <a:p>
          <a:endParaRPr lang="en-US"/>
        </a:p>
      </dgm:t>
    </dgm:pt>
    <dgm:pt modelId="{DB2736C2-474F-D848-8334-F1ADBDC1A86A}" type="pres">
      <dgm:prSet presAssocID="{4BF58740-AFAF-4A49-AA8F-E8870AC26350}" presName="outerComposite" presStyleCnt="0">
        <dgm:presLayoutVars>
          <dgm:chMax val="5"/>
          <dgm:dir/>
          <dgm:resizeHandles val="exact"/>
        </dgm:presLayoutVars>
      </dgm:prSet>
      <dgm:spPr/>
    </dgm:pt>
    <dgm:pt modelId="{B375F4F6-75C1-5649-BB2C-3789D0CECFBF}" type="pres">
      <dgm:prSet presAssocID="{4BF58740-AFAF-4A49-AA8F-E8870AC26350}" presName="dummyMaxCanvas" presStyleCnt="0">
        <dgm:presLayoutVars/>
      </dgm:prSet>
      <dgm:spPr/>
    </dgm:pt>
    <dgm:pt modelId="{F476370F-7990-264A-A00C-8769E8C5C930}" type="pres">
      <dgm:prSet presAssocID="{4BF58740-AFAF-4A49-AA8F-E8870AC26350}" presName="FiveNodes_1" presStyleLbl="node1" presStyleIdx="0" presStyleCnt="5">
        <dgm:presLayoutVars>
          <dgm:bulletEnabled val="1"/>
        </dgm:presLayoutVars>
      </dgm:prSet>
      <dgm:spPr/>
    </dgm:pt>
    <dgm:pt modelId="{A2BC8CEB-4D87-4441-B7FD-6B4DC82FF338}" type="pres">
      <dgm:prSet presAssocID="{4BF58740-AFAF-4A49-AA8F-E8870AC26350}" presName="FiveNodes_2" presStyleLbl="node1" presStyleIdx="1" presStyleCnt="5">
        <dgm:presLayoutVars>
          <dgm:bulletEnabled val="1"/>
        </dgm:presLayoutVars>
      </dgm:prSet>
      <dgm:spPr/>
    </dgm:pt>
    <dgm:pt modelId="{B0D487A7-34BB-6749-983C-DB2CB61B7B07}" type="pres">
      <dgm:prSet presAssocID="{4BF58740-AFAF-4A49-AA8F-E8870AC26350}" presName="FiveNodes_3" presStyleLbl="node1" presStyleIdx="2" presStyleCnt="5">
        <dgm:presLayoutVars>
          <dgm:bulletEnabled val="1"/>
        </dgm:presLayoutVars>
      </dgm:prSet>
      <dgm:spPr/>
    </dgm:pt>
    <dgm:pt modelId="{C8BB161E-9A81-9349-932A-C8E65C44D0D4}" type="pres">
      <dgm:prSet presAssocID="{4BF58740-AFAF-4A49-AA8F-E8870AC26350}" presName="FiveNodes_4" presStyleLbl="node1" presStyleIdx="3" presStyleCnt="5">
        <dgm:presLayoutVars>
          <dgm:bulletEnabled val="1"/>
        </dgm:presLayoutVars>
      </dgm:prSet>
      <dgm:spPr/>
    </dgm:pt>
    <dgm:pt modelId="{17B19674-C9D1-6A4F-A254-6AED4D240223}" type="pres">
      <dgm:prSet presAssocID="{4BF58740-AFAF-4A49-AA8F-E8870AC26350}" presName="FiveNodes_5" presStyleLbl="node1" presStyleIdx="4" presStyleCnt="5">
        <dgm:presLayoutVars>
          <dgm:bulletEnabled val="1"/>
        </dgm:presLayoutVars>
      </dgm:prSet>
      <dgm:spPr/>
    </dgm:pt>
    <dgm:pt modelId="{6F6C3C54-D4CB-3E42-B35B-A54CF2D3B65B}" type="pres">
      <dgm:prSet presAssocID="{4BF58740-AFAF-4A49-AA8F-E8870AC26350}" presName="FiveConn_1-2" presStyleLbl="fgAccFollowNode1" presStyleIdx="0" presStyleCnt="4">
        <dgm:presLayoutVars>
          <dgm:bulletEnabled val="1"/>
        </dgm:presLayoutVars>
      </dgm:prSet>
      <dgm:spPr/>
    </dgm:pt>
    <dgm:pt modelId="{41C629BA-E9F2-FD47-A291-609275B5A0C5}" type="pres">
      <dgm:prSet presAssocID="{4BF58740-AFAF-4A49-AA8F-E8870AC26350}" presName="FiveConn_2-3" presStyleLbl="fgAccFollowNode1" presStyleIdx="1" presStyleCnt="4">
        <dgm:presLayoutVars>
          <dgm:bulletEnabled val="1"/>
        </dgm:presLayoutVars>
      </dgm:prSet>
      <dgm:spPr/>
    </dgm:pt>
    <dgm:pt modelId="{CEC17AE2-DCBD-7A4B-B3D5-454DCE42B9ED}" type="pres">
      <dgm:prSet presAssocID="{4BF58740-AFAF-4A49-AA8F-E8870AC26350}" presName="FiveConn_3-4" presStyleLbl="fgAccFollowNode1" presStyleIdx="2" presStyleCnt="4">
        <dgm:presLayoutVars>
          <dgm:bulletEnabled val="1"/>
        </dgm:presLayoutVars>
      </dgm:prSet>
      <dgm:spPr/>
    </dgm:pt>
    <dgm:pt modelId="{77BD9A34-D384-9543-AB78-14E5454CBEAC}" type="pres">
      <dgm:prSet presAssocID="{4BF58740-AFAF-4A49-AA8F-E8870AC26350}" presName="FiveConn_4-5" presStyleLbl="fgAccFollowNode1" presStyleIdx="3" presStyleCnt="4">
        <dgm:presLayoutVars>
          <dgm:bulletEnabled val="1"/>
        </dgm:presLayoutVars>
      </dgm:prSet>
      <dgm:spPr/>
    </dgm:pt>
    <dgm:pt modelId="{9153C4E1-D6B3-3F40-9B64-A279DD27DCEF}" type="pres">
      <dgm:prSet presAssocID="{4BF58740-AFAF-4A49-AA8F-E8870AC26350}" presName="FiveNodes_1_text" presStyleLbl="node1" presStyleIdx="4" presStyleCnt="5">
        <dgm:presLayoutVars>
          <dgm:bulletEnabled val="1"/>
        </dgm:presLayoutVars>
      </dgm:prSet>
      <dgm:spPr/>
    </dgm:pt>
    <dgm:pt modelId="{21135CF2-487E-7A4E-B5E2-04E698829CDC}" type="pres">
      <dgm:prSet presAssocID="{4BF58740-AFAF-4A49-AA8F-E8870AC26350}" presName="FiveNodes_2_text" presStyleLbl="node1" presStyleIdx="4" presStyleCnt="5">
        <dgm:presLayoutVars>
          <dgm:bulletEnabled val="1"/>
        </dgm:presLayoutVars>
      </dgm:prSet>
      <dgm:spPr/>
    </dgm:pt>
    <dgm:pt modelId="{F5FBE601-528C-064A-AB3C-22117C469735}" type="pres">
      <dgm:prSet presAssocID="{4BF58740-AFAF-4A49-AA8F-E8870AC26350}" presName="FiveNodes_3_text" presStyleLbl="node1" presStyleIdx="4" presStyleCnt="5">
        <dgm:presLayoutVars>
          <dgm:bulletEnabled val="1"/>
        </dgm:presLayoutVars>
      </dgm:prSet>
      <dgm:spPr/>
    </dgm:pt>
    <dgm:pt modelId="{4E0646A2-6CB5-384A-8F9B-7049AC7CCF18}" type="pres">
      <dgm:prSet presAssocID="{4BF58740-AFAF-4A49-AA8F-E8870AC26350}" presName="FiveNodes_4_text" presStyleLbl="node1" presStyleIdx="4" presStyleCnt="5">
        <dgm:presLayoutVars>
          <dgm:bulletEnabled val="1"/>
        </dgm:presLayoutVars>
      </dgm:prSet>
      <dgm:spPr/>
    </dgm:pt>
    <dgm:pt modelId="{BD8AD7AD-CBC8-FC4D-81F2-4C0DBF487DBF}" type="pres">
      <dgm:prSet presAssocID="{4BF58740-AFAF-4A49-AA8F-E8870AC26350}" presName="FiveNodes_5_text" presStyleLbl="node1" presStyleIdx="4" presStyleCnt="5">
        <dgm:presLayoutVars>
          <dgm:bulletEnabled val="1"/>
        </dgm:presLayoutVars>
      </dgm:prSet>
      <dgm:spPr/>
    </dgm:pt>
  </dgm:ptLst>
  <dgm:cxnLst>
    <dgm:cxn modelId="{6AE30804-FA80-4B57-BE2A-CA3C8439C90B}" srcId="{4BF58740-AFAF-4A49-AA8F-E8870AC26350}" destId="{C924E2B3-1A6E-4606-A6F8-D5DC54DB09F8}" srcOrd="2" destOrd="0" parTransId="{98F960DA-9B4C-42C5-94AE-B95A26AEEE1B}" sibTransId="{5DCB3419-25A3-466F-9A7E-FE5CC2649952}"/>
    <dgm:cxn modelId="{D13FA408-59E9-B54B-9F4E-5443B828C6D4}" type="presOf" srcId="{7D5F4CC8-E241-4125-BB69-70481F89FA1A}" destId="{F476370F-7990-264A-A00C-8769E8C5C930}" srcOrd="0" destOrd="0" presId="urn:microsoft.com/office/officeart/2005/8/layout/vProcess5"/>
    <dgm:cxn modelId="{22624630-0175-1D4A-AF3B-0485C13A9254}" type="presOf" srcId="{B6D99CF1-B3F0-4E41-9AC3-7429F0ABC0D1}" destId="{C8BB161E-9A81-9349-932A-C8E65C44D0D4}" srcOrd="0" destOrd="0" presId="urn:microsoft.com/office/officeart/2005/8/layout/vProcess5"/>
    <dgm:cxn modelId="{93C48A34-AFA8-D34F-9C22-3AD92F345D31}" type="presOf" srcId="{DB767856-29DD-4840-A5F4-410FC7598E08}" destId="{41C629BA-E9F2-FD47-A291-609275B5A0C5}" srcOrd="0" destOrd="0" presId="urn:microsoft.com/office/officeart/2005/8/layout/vProcess5"/>
    <dgm:cxn modelId="{B1CFCF37-DC55-4BEC-ABC7-A03B9E088868}" srcId="{4BF58740-AFAF-4A49-AA8F-E8870AC26350}" destId="{8382D19D-8F8C-4E18-9C08-4B012EFA8944}" srcOrd="1" destOrd="0" parTransId="{36954170-38F6-43BE-9844-3DD12B39D0B9}" sibTransId="{DB767856-29DD-4840-A5F4-410FC7598E08}"/>
    <dgm:cxn modelId="{6647FD38-FE48-5F41-BA84-AD4F15BA1BF7}" type="presOf" srcId="{4676D5CC-CB82-44B4-8B81-51DE619203AF}" destId="{77BD9A34-D384-9543-AB78-14E5454CBEAC}" srcOrd="0" destOrd="0" presId="urn:microsoft.com/office/officeart/2005/8/layout/vProcess5"/>
    <dgm:cxn modelId="{75031E42-49B7-704B-A05A-DBE8A4C20A78}" type="presOf" srcId="{B6D99CF1-B3F0-4E41-9AC3-7429F0ABC0D1}" destId="{4E0646A2-6CB5-384A-8F9B-7049AC7CCF18}" srcOrd="1" destOrd="0" presId="urn:microsoft.com/office/officeart/2005/8/layout/vProcess5"/>
    <dgm:cxn modelId="{CAC47355-B1A2-4842-BF17-4A1CA176F8AE}" type="presOf" srcId="{C924E2B3-1A6E-4606-A6F8-D5DC54DB09F8}" destId="{F5FBE601-528C-064A-AB3C-22117C469735}" srcOrd="1" destOrd="0" presId="urn:microsoft.com/office/officeart/2005/8/layout/vProcess5"/>
    <dgm:cxn modelId="{F0162A69-6181-A841-9497-AD2E50461AE3}" type="presOf" srcId="{5DCB3419-25A3-466F-9A7E-FE5CC2649952}" destId="{CEC17AE2-DCBD-7A4B-B3D5-454DCE42B9ED}" srcOrd="0" destOrd="0" presId="urn:microsoft.com/office/officeart/2005/8/layout/vProcess5"/>
    <dgm:cxn modelId="{94A14E74-9C4F-4582-BC07-4D957729EBB0}" srcId="{4BF58740-AFAF-4A49-AA8F-E8870AC26350}" destId="{9E1E5B5C-01C6-478D-AA48-F8854186C71E}" srcOrd="4" destOrd="0" parTransId="{8106BF6F-FAF9-4081-A559-C655375162FA}" sibTransId="{0CEDAA0E-E104-4F4F-8686-D2F38333EEF0}"/>
    <dgm:cxn modelId="{95DC0185-101E-0948-9C57-D894FE0F1087}" type="presOf" srcId="{7D5F4CC8-E241-4125-BB69-70481F89FA1A}" destId="{9153C4E1-D6B3-3F40-9B64-A279DD27DCEF}" srcOrd="1" destOrd="0" presId="urn:microsoft.com/office/officeart/2005/8/layout/vProcess5"/>
    <dgm:cxn modelId="{A5B3FE87-6B3F-584B-ADCA-B0DDC06EA5A2}" type="presOf" srcId="{9E1E5B5C-01C6-478D-AA48-F8854186C71E}" destId="{BD8AD7AD-CBC8-FC4D-81F2-4C0DBF487DBF}" srcOrd="1" destOrd="0" presId="urn:microsoft.com/office/officeart/2005/8/layout/vProcess5"/>
    <dgm:cxn modelId="{FDBA78B5-029D-BB4C-A7FB-1305D07F8FB7}" type="presOf" srcId="{8382D19D-8F8C-4E18-9C08-4B012EFA8944}" destId="{A2BC8CEB-4D87-4441-B7FD-6B4DC82FF338}" srcOrd="0" destOrd="0" presId="urn:microsoft.com/office/officeart/2005/8/layout/vProcess5"/>
    <dgm:cxn modelId="{DDFDAED0-D9EC-7D46-85AA-373CE8B1053F}" type="presOf" srcId="{4BF58740-AFAF-4A49-AA8F-E8870AC26350}" destId="{DB2736C2-474F-D848-8334-F1ADBDC1A86A}" srcOrd="0" destOrd="0" presId="urn:microsoft.com/office/officeart/2005/8/layout/vProcess5"/>
    <dgm:cxn modelId="{B582A3E2-D8B3-0F43-92C5-EED9A5361C40}" type="presOf" srcId="{8382D19D-8F8C-4E18-9C08-4B012EFA8944}" destId="{21135CF2-487E-7A4E-B5E2-04E698829CDC}" srcOrd="1" destOrd="0" presId="urn:microsoft.com/office/officeart/2005/8/layout/vProcess5"/>
    <dgm:cxn modelId="{75B74AE9-D89C-7F46-90C1-95FD45891647}" type="presOf" srcId="{C924E2B3-1A6E-4606-A6F8-D5DC54DB09F8}" destId="{B0D487A7-34BB-6749-983C-DB2CB61B7B07}" srcOrd="0" destOrd="0" presId="urn:microsoft.com/office/officeart/2005/8/layout/vProcess5"/>
    <dgm:cxn modelId="{AEBB2DEA-00D3-4047-A113-4A62C0624E3F}" type="presOf" srcId="{D987346C-F915-4071-B612-A5171ED5E49B}" destId="{6F6C3C54-D4CB-3E42-B35B-A54CF2D3B65B}" srcOrd="0" destOrd="0" presId="urn:microsoft.com/office/officeart/2005/8/layout/vProcess5"/>
    <dgm:cxn modelId="{553F07ED-EF0B-4879-8E24-4A4E2EE4FE38}" srcId="{4BF58740-AFAF-4A49-AA8F-E8870AC26350}" destId="{7D5F4CC8-E241-4125-BB69-70481F89FA1A}" srcOrd="0" destOrd="0" parTransId="{5650213F-5577-462B-A78F-10FBB202B32B}" sibTransId="{D987346C-F915-4071-B612-A5171ED5E49B}"/>
    <dgm:cxn modelId="{8D4A7DED-4E52-4876-885E-B8539EE178F5}" srcId="{4BF58740-AFAF-4A49-AA8F-E8870AC26350}" destId="{B6D99CF1-B3F0-4E41-9AC3-7429F0ABC0D1}" srcOrd="3" destOrd="0" parTransId="{72D4B414-42C5-4664-B8EE-903208EEC617}" sibTransId="{4676D5CC-CB82-44B4-8B81-51DE619203AF}"/>
    <dgm:cxn modelId="{95CFB6FD-38B5-F441-A630-47B04A52D6B9}" type="presOf" srcId="{9E1E5B5C-01C6-478D-AA48-F8854186C71E}" destId="{17B19674-C9D1-6A4F-A254-6AED4D240223}" srcOrd="0" destOrd="0" presId="urn:microsoft.com/office/officeart/2005/8/layout/vProcess5"/>
    <dgm:cxn modelId="{56CD834E-60BF-D34E-8BF1-D0798153C2BE}" type="presParOf" srcId="{DB2736C2-474F-D848-8334-F1ADBDC1A86A}" destId="{B375F4F6-75C1-5649-BB2C-3789D0CECFBF}" srcOrd="0" destOrd="0" presId="urn:microsoft.com/office/officeart/2005/8/layout/vProcess5"/>
    <dgm:cxn modelId="{D02E6A28-BF0A-FD4A-A6F6-5FCA54BA843A}" type="presParOf" srcId="{DB2736C2-474F-D848-8334-F1ADBDC1A86A}" destId="{F476370F-7990-264A-A00C-8769E8C5C930}" srcOrd="1" destOrd="0" presId="urn:microsoft.com/office/officeart/2005/8/layout/vProcess5"/>
    <dgm:cxn modelId="{A89D5B25-96BC-D143-B056-1AE74453F055}" type="presParOf" srcId="{DB2736C2-474F-D848-8334-F1ADBDC1A86A}" destId="{A2BC8CEB-4D87-4441-B7FD-6B4DC82FF338}" srcOrd="2" destOrd="0" presId="urn:microsoft.com/office/officeart/2005/8/layout/vProcess5"/>
    <dgm:cxn modelId="{9BDDA792-27A9-E64F-9928-EEEB4E77336B}" type="presParOf" srcId="{DB2736C2-474F-D848-8334-F1ADBDC1A86A}" destId="{B0D487A7-34BB-6749-983C-DB2CB61B7B07}" srcOrd="3" destOrd="0" presId="urn:microsoft.com/office/officeart/2005/8/layout/vProcess5"/>
    <dgm:cxn modelId="{BFACAC97-6DE9-A748-AD12-36B47F0CB637}" type="presParOf" srcId="{DB2736C2-474F-D848-8334-F1ADBDC1A86A}" destId="{C8BB161E-9A81-9349-932A-C8E65C44D0D4}" srcOrd="4" destOrd="0" presId="urn:microsoft.com/office/officeart/2005/8/layout/vProcess5"/>
    <dgm:cxn modelId="{7F426F43-5DCF-D240-B6B9-7C1770F1CE12}" type="presParOf" srcId="{DB2736C2-474F-D848-8334-F1ADBDC1A86A}" destId="{17B19674-C9D1-6A4F-A254-6AED4D240223}" srcOrd="5" destOrd="0" presId="urn:microsoft.com/office/officeart/2005/8/layout/vProcess5"/>
    <dgm:cxn modelId="{72CD8A68-E7ED-B045-B3EC-00ECA139CC20}" type="presParOf" srcId="{DB2736C2-474F-D848-8334-F1ADBDC1A86A}" destId="{6F6C3C54-D4CB-3E42-B35B-A54CF2D3B65B}" srcOrd="6" destOrd="0" presId="urn:microsoft.com/office/officeart/2005/8/layout/vProcess5"/>
    <dgm:cxn modelId="{F5290592-B978-0749-A857-D655E03A9E5B}" type="presParOf" srcId="{DB2736C2-474F-D848-8334-F1ADBDC1A86A}" destId="{41C629BA-E9F2-FD47-A291-609275B5A0C5}" srcOrd="7" destOrd="0" presId="urn:microsoft.com/office/officeart/2005/8/layout/vProcess5"/>
    <dgm:cxn modelId="{3E99FE8B-1D9D-0049-B8C7-B5D1EB08F390}" type="presParOf" srcId="{DB2736C2-474F-D848-8334-F1ADBDC1A86A}" destId="{CEC17AE2-DCBD-7A4B-B3D5-454DCE42B9ED}" srcOrd="8" destOrd="0" presId="urn:microsoft.com/office/officeart/2005/8/layout/vProcess5"/>
    <dgm:cxn modelId="{214A46D6-6BDB-2A41-9AA9-550B30922B81}" type="presParOf" srcId="{DB2736C2-474F-D848-8334-F1ADBDC1A86A}" destId="{77BD9A34-D384-9543-AB78-14E5454CBEAC}" srcOrd="9" destOrd="0" presId="urn:microsoft.com/office/officeart/2005/8/layout/vProcess5"/>
    <dgm:cxn modelId="{8C7C5DBD-7B3E-934A-8323-D68240B7B81A}" type="presParOf" srcId="{DB2736C2-474F-D848-8334-F1ADBDC1A86A}" destId="{9153C4E1-D6B3-3F40-9B64-A279DD27DCEF}" srcOrd="10" destOrd="0" presId="urn:microsoft.com/office/officeart/2005/8/layout/vProcess5"/>
    <dgm:cxn modelId="{9BE77DB8-9FD9-7642-8EF4-68DC3BAABBA3}" type="presParOf" srcId="{DB2736C2-474F-D848-8334-F1ADBDC1A86A}" destId="{21135CF2-487E-7A4E-B5E2-04E698829CDC}" srcOrd="11" destOrd="0" presId="urn:microsoft.com/office/officeart/2005/8/layout/vProcess5"/>
    <dgm:cxn modelId="{27EDB1AE-92D1-FC4A-87B6-826FFB65F34D}" type="presParOf" srcId="{DB2736C2-474F-D848-8334-F1ADBDC1A86A}" destId="{F5FBE601-528C-064A-AB3C-22117C469735}" srcOrd="12" destOrd="0" presId="urn:microsoft.com/office/officeart/2005/8/layout/vProcess5"/>
    <dgm:cxn modelId="{84AE8CED-B561-9141-A7DE-B3A9572A8195}" type="presParOf" srcId="{DB2736C2-474F-D848-8334-F1ADBDC1A86A}" destId="{4E0646A2-6CB5-384A-8F9B-7049AC7CCF18}" srcOrd="13" destOrd="0" presId="urn:microsoft.com/office/officeart/2005/8/layout/vProcess5"/>
    <dgm:cxn modelId="{CDB16C9F-8AA0-4F4F-970F-99752FFC45A0}" type="presParOf" srcId="{DB2736C2-474F-D848-8334-F1ADBDC1A86A}" destId="{BD8AD7AD-CBC8-FC4D-81F2-4C0DBF487DBF}" srcOrd="14"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07B958-422C-4257-A6AC-3E256BF7C9FE}"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4BFFD0-5D43-46C0-8C4B-AF1BF535B677}">
      <dgm:prSet/>
      <dgm:spPr/>
      <dgm:t>
        <a:bodyPr/>
        <a:lstStyle/>
        <a:p>
          <a:pPr>
            <a:defRPr b="1"/>
          </a:pPr>
          <a:r>
            <a:rPr lang="en-US"/>
            <a:t>Kaggle dataset: COVID-19 Worldwide Testing Data</a:t>
          </a:r>
        </a:p>
      </dgm:t>
    </dgm:pt>
    <dgm:pt modelId="{0A3B6BC9-BB3B-45E3-8A19-8DD61D5AD0F6}" type="parTrans" cxnId="{5AF01413-097C-450E-B53D-1E4AD4F3AB0B}">
      <dgm:prSet/>
      <dgm:spPr/>
      <dgm:t>
        <a:bodyPr/>
        <a:lstStyle/>
        <a:p>
          <a:endParaRPr lang="en-US"/>
        </a:p>
      </dgm:t>
    </dgm:pt>
    <dgm:pt modelId="{504CFF9C-6AF1-4B81-A373-E7EB6B7919C3}" type="sibTrans" cxnId="{5AF01413-097C-450E-B53D-1E4AD4F3AB0B}">
      <dgm:prSet/>
      <dgm:spPr/>
      <dgm:t>
        <a:bodyPr/>
        <a:lstStyle/>
        <a:p>
          <a:endParaRPr lang="en-US"/>
        </a:p>
      </dgm:t>
    </dgm:pt>
    <dgm:pt modelId="{33ABEFB0-BFBD-4B4E-A272-2AB99B67D3D7}">
      <dgm:prSet/>
      <dgm:spPr/>
      <dgm:t>
        <a:bodyPr/>
        <a:lstStyle/>
        <a:p>
          <a:pPr>
            <a:defRPr b="1"/>
          </a:pPr>
          <a:r>
            <a:rPr lang="en-US"/>
            <a:t>Daily observations for 100+ countries</a:t>
          </a:r>
        </a:p>
      </dgm:t>
    </dgm:pt>
    <dgm:pt modelId="{B123D3E0-5B1D-44B5-BE11-5C37714B3DD2}" type="parTrans" cxnId="{D46BA0F4-CC28-4AFD-A7FA-826F43EED499}">
      <dgm:prSet/>
      <dgm:spPr/>
      <dgm:t>
        <a:bodyPr/>
        <a:lstStyle/>
        <a:p>
          <a:endParaRPr lang="en-US"/>
        </a:p>
      </dgm:t>
    </dgm:pt>
    <dgm:pt modelId="{C4D51C0A-EB9E-4AB5-9AF3-35385FE1E7AA}" type="sibTrans" cxnId="{D46BA0F4-CC28-4AFD-A7FA-826F43EED499}">
      <dgm:prSet/>
      <dgm:spPr/>
      <dgm:t>
        <a:bodyPr/>
        <a:lstStyle/>
        <a:p>
          <a:endParaRPr lang="en-US"/>
        </a:p>
      </dgm:t>
    </dgm:pt>
    <dgm:pt modelId="{5E4F025F-F3AC-4734-B123-90E83D4D97DD}">
      <dgm:prSet/>
      <dgm:spPr/>
      <dgm:t>
        <a:bodyPr/>
        <a:lstStyle/>
        <a:p>
          <a:pPr>
            <a:defRPr b="1"/>
          </a:pPr>
          <a:r>
            <a:rPr lang="en-US"/>
            <a:t>Variables include:</a:t>
          </a:r>
        </a:p>
      </dgm:t>
    </dgm:pt>
    <dgm:pt modelId="{C0C42B4E-B1F6-4A20-B90D-90AB6333FCC9}" type="parTrans" cxnId="{C83A81A3-7004-4F1C-95B9-796D8D0F5AEE}">
      <dgm:prSet/>
      <dgm:spPr/>
      <dgm:t>
        <a:bodyPr/>
        <a:lstStyle/>
        <a:p>
          <a:endParaRPr lang="en-US"/>
        </a:p>
      </dgm:t>
    </dgm:pt>
    <dgm:pt modelId="{BF6F07CE-CF80-4FB7-87EE-BE8F0F5CB49A}" type="sibTrans" cxnId="{C83A81A3-7004-4F1C-95B9-796D8D0F5AEE}">
      <dgm:prSet/>
      <dgm:spPr/>
      <dgm:t>
        <a:bodyPr/>
        <a:lstStyle/>
        <a:p>
          <a:endParaRPr lang="en-US"/>
        </a:p>
      </dgm:t>
    </dgm:pt>
    <dgm:pt modelId="{ED07C6D2-FC3D-4B71-BD1A-0BA463EBE06B}">
      <dgm:prSet/>
      <dgm:spPr/>
      <dgm:t>
        <a:bodyPr/>
        <a:lstStyle/>
        <a:p>
          <a:r>
            <a:rPr lang="en-US"/>
            <a:t>daily tests</a:t>
          </a:r>
        </a:p>
      </dgm:t>
    </dgm:pt>
    <dgm:pt modelId="{8D1A7A98-6521-49FE-8717-505286CE88D0}" type="parTrans" cxnId="{6CEA644A-25CE-4F11-9CD3-524FECD0934B}">
      <dgm:prSet/>
      <dgm:spPr/>
      <dgm:t>
        <a:bodyPr/>
        <a:lstStyle/>
        <a:p>
          <a:endParaRPr lang="en-US"/>
        </a:p>
      </dgm:t>
    </dgm:pt>
    <dgm:pt modelId="{3B505ABF-293E-4F26-81E5-AF8EF0C11705}" type="sibTrans" cxnId="{6CEA644A-25CE-4F11-9CD3-524FECD0934B}">
      <dgm:prSet/>
      <dgm:spPr/>
      <dgm:t>
        <a:bodyPr/>
        <a:lstStyle/>
        <a:p>
          <a:endParaRPr lang="en-US"/>
        </a:p>
      </dgm:t>
    </dgm:pt>
    <dgm:pt modelId="{D1F92E0E-30AD-4F9C-88C9-CA8F8A11BB0A}">
      <dgm:prSet/>
      <dgm:spPr/>
      <dgm:t>
        <a:bodyPr/>
        <a:lstStyle/>
        <a:p>
          <a:r>
            <a:rPr lang="en-US"/>
            <a:t>daily positives</a:t>
          </a:r>
        </a:p>
      </dgm:t>
    </dgm:pt>
    <dgm:pt modelId="{A5834431-2839-45BD-9550-3E690A99E7DE}" type="parTrans" cxnId="{9CD3F45F-625B-47E9-94EC-A52FCFCBD28C}">
      <dgm:prSet/>
      <dgm:spPr/>
      <dgm:t>
        <a:bodyPr/>
        <a:lstStyle/>
        <a:p>
          <a:endParaRPr lang="en-US"/>
        </a:p>
      </dgm:t>
    </dgm:pt>
    <dgm:pt modelId="{E32B95B1-23A9-4728-B883-AFFF068A46FF}" type="sibTrans" cxnId="{9CD3F45F-625B-47E9-94EC-A52FCFCBD28C}">
      <dgm:prSet/>
      <dgm:spPr/>
      <dgm:t>
        <a:bodyPr/>
        <a:lstStyle/>
        <a:p>
          <a:endParaRPr lang="en-US"/>
        </a:p>
      </dgm:t>
    </dgm:pt>
    <dgm:pt modelId="{2095C3C3-A2C2-4320-9300-3329DF3E9B94}">
      <dgm:prSet/>
      <dgm:spPr/>
      <dgm:t>
        <a:bodyPr/>
        <a:lstStyle/>
        <a:p>
          <a:r>
            <a:rPr lang="en-US"/>
            <a:t>active cases</a:t>
          </a:r>
        </a:p>
      </dgm:t>
    </dgm:pt>
    <dgm:pt modelId="{C2E36629-8482-4993-B98E-11D3A9CA1CDA}" type="parTrans" cxnId="{A1036DEB-E31F-4892-86F7-EDDF19A0E40A}">
      <dgm:prSet/>
      <dgm:spPr/>
      <dgm:t>
        <a:bodyPr/>
        <a:lstStyle/>
        <a:p>
          <a:endParaRPr lang="en-US"/>
        </a:p>
      </dgm:t>
    </dgm:pt>
    <dgm:pt modelId="{4ACF23CB-F522-4EA6-A2BE-F889F14CAE1F}" type="sibTrans" cxnId="{A1036DEB-E31F-4892-86F7-EDDF19A0E40A}">
      <dgm:prSet/>
      <dgm:spPr/>
      <dgm:t>
        <a:bodyPr/>
        <a:lstStyle/>
        <a:p>
          <a:endParaRPr lang="en-US"/>
        </a:p>
      </dgm:t>
    </dgm:pt>
    <dgm:pt modelId="{C2B4B34F-DCE1-4530-A6B5-1BABD87520D8}">
      <dgm:prSet/>
      <dgm:spPr/>
      <dgm:t>
        <a:bodyPr/>
        <a:lstStyle/>
        <a:p>
          <a:r>
            <a:rPr lang="en-US"/>
            <a:t>deaths</a:t>
          </a:r>
        </a:p>
      </dgm:t>
    </dgm:pt>
    <dgm:pt modelId="{1BC9B531-F025-4DD1-B67B-E56E307C058F}" type="parTrans" cxnId="{7E3BF3F3-B5A4-40E1-A64E-4227428299E4}">
      <dgm:prSet/>
      <dgm:spPr/>
      <dgm:t>
        <a:bodyPr/>
        <a:lstStyle/>
        <a:p>
          <a:endParaRPr lang="en-US"/>
        </a:p>
      </dgm:t>
    </dgm:pt>
    <dgm:pt modelId="{387A370E-00DA-4BA7-954B-8EEAB176E862}" type="sibTrans" cxnId="{7E3BF3F3-B5A4-40E1-A64E-4227428299E4}">
      <dgm:prSet/>
      <dgm:spPr/>
      <dgm:t>
        <a:bodyPr/>
        <a:lstStyle/>
        <a:p>
          <a:endParaRPr lang="en-US"/>
        </a:p>
      </dgm:t>
    </dgm:pt>
    <dgm:pt modelId="{C50E3D43-7310-4275-8BF5-5C8147DD9E87}">
      <dgm:prSet/>
      <dgm:spPr/>
      <dgm:t>
        <a:bodyPr/>
        <a:lstStyle/>
        <a:p>
          <a:r>
            <a:rPr lang="en-US"/>
            <a:t>Recoveries</a:t>
          </a:r>
        </a:p>
      </dgm:t>
    </dgm:pt>
    <dgm:pt modelId="{68714456-6EAF-43F0-81AA-03A25524A9D0}" type="parTrans" cxnId="{FFA3D3CE-276B-418E-AFF9-AD399D59E91E}">
      <dgm:prSet/>
      <dgm:spPr/>
      <dgm:t>
        <a:bodyPr/>
        <a:lstStyle/>
        <a:p>
          <a:endParaRPr lang="en-US"/>
        </a:p>
      </dgm:t>
    </dgm:pt>
    <dgm:pt modelId="{CC4E2C4B-606E-43F3-A2D9-D1983D3944F6}" type="sibTrans" cxnId="{FFA3D3CE-276B-418E-AFF9-AD399D59E91E}">
      <dgm:prSet/>
      <dgm:spPr/>
      <dgm:t>
        <a:bodyPr/>
        <a:lstStyle/>
        <a:p>
          <a:endParaRPr lang="en-US"/>
        </a:p>
      </dgm:t>
    </dgm:pt>
    <dgm:pt modelId="{FE4FAB2D-574C-4310-A78D-50F4FC4161A3}">
      <dgm:prSet/>
      <dgm:spPr/>
      <dgm:t>
        <a:bodyPr/>
        <a:lstStyle/>
        <a:p>
          <a:pPr>
            <a:defRPr b="1"/>
          </a:pPr>
          <a:r>
            <a:rPr lang="en-US"/>
            <a:t>Dates: early 2020 → late 2021</a:t>
          </a:r>
        </a:p>
      </dgm:t>
    </dgm:pt>
    <dgm:pt modelId="{A6E33E82-872F-49A7-AE5F-3AC8EFDECF3C}" type="parTrans" cxnId="{B33A1BA8-ADE7-4849-861E-F7C5A9FF3EA9}">
      <dgm:prSet/>
      <dgm:spPr/>
      <dgm:t>
        <a:bodyPr/>
        <a:lstStyle/>
        <a:p>
          <a:endParaRPr lang="en-US"/>
        </a:p>
      </dgm:t>
    </dgm:pt>
    <dgm:pt modelId="{275BF070-3EFD-47B9-84C0-38299934F13C}" type="sibTrans" cxnId="{B33A1BA8-ADE7-4849-861E-F7C5A9FF3EA9}">
      <dgm:prSet/>
      <dgm:spPr/>
      <dgm:t>
        <a:bodyPr/>
        <a:lstStyle/>
        <a:p>
          <a:endParaRPr lang="en-US"/>
        </a:p>
      </dgm:t>
    </dgm:pt>
    <dgm:pt modelId="{62386CDA-1D7E-4716-A4EB-B2821F68D55A}" type="pres">
      <dgm:prSet presAssocID="{6907B958-422C-4257-A6AC-3E256BF7C9FE}" presName="root" presStyleCnt="0">
        <dgm:presLayoutVars>
          <dgm:dir/>
          <dgm:resizeHandles val="exact"/>
        </dgm:presLayoutVars>
      </dgm:prSet>
      <dgm:spPr/>
    </dgm:pt>
    <dgm:pt modelId="{A6C4D710-E82A-476A-ACE7-80B68DD16707}" type="pres">
      <dgm:prSet presAssocID="{154BFFD0-5D43-46C0-8C4B-AF1BF535B677}" presName="compNode" presStyleCnt="0"/>
      <dgm:spPr/>
    </dgm:pt>
    <dgm:pt modelId="{6C108B0E-6B68-4C74-841A-38D52BC08BBE}" type="pres">
      <dgm:prSet presAssocID="{154BFFD0-5D43-46C0-8C4B-AF1BF535B67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85488BF0-EF70-4737-A4A8-A5B61D5B7F27}" type="pres">
      <dgm:prSet presAssocID="{154BFFD0-5D43-46C0-8C4B-AF1BF535B677}" presName="iconSpace" presStyleCnt="0"/>
      <dgm:spPr/>
    </dgm:pt>
    <dgm:pt modelId="{B2B1EE5D-74BD-4351-BBA7-FD05CEF97F7E}" type="pres">
      <dgm:prSet presAssocID="{154BFFD0-5D43-46C0-8C4B-AF1BF535B677}" presName="parTx" presStyleLbl="revTx" presStyleIdx="0" presStyleCnt="8">
        <dgm:presLayoutVars>
          <dgm:chMax val="0"/>
          <dgm:chPref val="0"/>
        </dgm:presLayoutVars>
      </dgm:prSet>
      <dgm:spPr/>
    </dgm:pt>
    <dgm:pt modelId="{7E7F7A18-3CDE-4B57-ACEF-7B5E5D64A869}" type="pres">
      <dgm:prSet presAssocID="{154BFFD0-5D43-46C0-8C4B-AF1BF535B677}" presName="txSpace" presStyleCnt="0"/>
      <dgm:spPr/>
    </dgm:pt>
    <dgm:pt modelId="{CABAE8DA-C0B7-47C9-9BB7-8809D0FF3F43}" type="pres">
      <dgm:prSet presAssocID="{154BFFD0-5D43-46C0-8C4B-AF1BF535B677}" presName="desTx" presStyleLbl="revTx" presStyleIdx="1" presStyleCnt="8">
        <dgm:presLayoutVars/>
      </dgm:prSet>
      <dgm:spPr/>
    </dgm:pt>
    <dgm:pt modelId="{5A2AE365-C21B-40E8-8936-72E5FA4E21E6}" type="pres">
      <dgm:prSet presAssocID="{504CFF9C-6AF1-4B81-A373-E7EB6B7919C3}" presName="sibTrans" presStyleCnt="0"/>
      <dgm:spPr/>
    </dgm:pt>
    <dgm:pt modelId="{06868EA6-110B-4C3D-94EC-40525E11B4FA}" type="pres">
      <dgm:prSet presAssocID="{33ABEFB0-BFBD-4B4E-A272-2AB99B67D3D7}" presName="compNode" presStyleCnt="0"/>
      <dgm:spPr/>
    </dgm:pt>
    <dgm:pt modelId="{C2459CD6-AC48-4429-A15A-3A3D7731C1CA}" type="pres">
      <dgm:prSet presAssocID="{33ABEFB0-BFBD-4B4E-A272-2AB99B67D3D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th Globe Americas"/>
        </a:ext>
      </dgm:extLst>
    </dgm:pt>
    <dgm:pt modelId="{7F768854-6ECF-45C2-85D6-3069680D25A2}" type="pres">
      <dgm:prSet presAssocID="{33ABEFB0-BFBD-4B4E-A272-2AB99B67D3D7}" presName="iconSpace" presStyleCnt="0"/>
      <dgm:spPr/>
    </dgm:pt>
    <dgm:pt modelId="{43AC5522-CA99-46DF-B87E-EA2BA616B022}" type="pres">
      <dgm:prSet presAssocID="{33ABEFB0-BFBD-4B4E-A272-2AB99B67D3D7}" presName="parTx" presStyleLbl="revTx" presStyleIdx="2" presStyleCnt="8">
        <dgm:presLayoutVars>
          <dgm:chMax val="0"/>
          <dgm:chPref val="0"/>
        </dgm:presLayoutVars>
      </dgm:prSet>
      <dgm:spPr/>
    </dgm:pt>
    <dgm:pt modelId="{BB12A7EF-28FC-48C5-BE7C-287A5AF0C926}" type="pres">
      <dgm:prSet presAssocID="{33ABEFB0-BFBD-4B4E-A272-2AB99B67D3D7}" presName="txSpace" presStyleCnt="0"/>
      <dgm:spPr/>
    </dgm:pt>
    <dgm:pt modelId="{A23760AA-1AC4-4DD2-803F-029053CACFC7}" type="pres">
      <dgm:prSet presAssocID="{33ABEFB0-BFBD-4B4E-A272-2AB99B67D3D7}" presName="desTx" presStyleLbl="revTx" presStyleIdx="3" presStyleCnt="8">
        <dgm:presLayoutVars/>
      </dgm:prSet>
      <dgm:spPr/>
    </dgm:pt>
    <dgm:pt modelId="{821EE1BC-D97E-429F-A798-3C1F26E3E762}" type="pres">
      <dgm:prSet presAssocID="{C4D51C0A-EB9E-4AB5-9AF3-35385FE1E7AA}" presName="sibTrans" presStyleCnt="0"/>
      <dgm:spPr/>
    </dgm:pt>
    <dgm:pt modelId="{E89D8271-0C73-4CED-84EC-81899404214C}" type="pres">
      <dgm:prSet presAssocID="{5E4F025F-F3AC-4734-B123-90E83D4D97DD}" presName="compNode" presStyleCnt="0"/>
      <dgm:spPr/>
    </dgm:pt>
    <dgm:pt modelId="{6F416A48-79A3-406A-8472-3EE7DEFA705D}" type="pres">
      <dgm:prSet presAssocID="{5E4F025F-F3AC-4734-B123-90E83D4D97D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1C49ED12-5BCE-4B38-90C5-37A95ECA466C}" type="pres">
      <dgm:prSet presAssocID="{5E4F025F-F3AC-4734-B123-90E83D4D97DD}" presName="iconSpace" presStyleCnt="0"/>
      <dgm:spPr/>
    </dgm:pt>
    <dgm:pt modelId="{0FF3F009-C387-4BD4-8FDF-6845AB590DDD}" type="pres">
      <dgm:prSet presAssocID="{5E4F025F-F3AC-4734-B123-90E83D4D97DD}" presName="parTx" presStyleLbl="revTx" presStyleIdx="4" presStyleCnt="8">
        <dgm:presLayoutVars>
          <dgm:chMax val="0"/>
          <dgm:chPref val="0"/>
        </dgm:presLayoutVars>
      </dgm:prSet>
      <dgm:spPr/>
    </dgm:pt>
    <dgm:pt modelId="{3962332F-A6D0-4F4D-8CD7-8580B73B85DF}" type="pres">
      <dgm:prSet presAssocID="{5E4F025F-F3AC-4734-B123-90E83D4D97DD}" presName="txSpace" presStyleCnt="0"/>
      <dgm:spPr/>
    </dgm:pt>
    <dgm:pt modelId="{7302B5F6-81BA-4C14-9B31-00B8EBC7FB25}" type="pres">
      <dgm:prSet presAssocID="{5E4F025F-F3AC-4734-B123-90E83D4D97DD}" presName="desTx" presStyleLbl="revTx" presStyleIdx="5" presStyleCnt="8">
        <dgm:presLayoutVars/>
      </dgm:prSet>
      <dgm:spPr/>
    </dgm:pt>
    <dgm:pt modelId="{7EA4F262-31CC-475D-86C8-E6ACE28F9234}" type="pres">
      <dgm:prSet presAssocID="{BF6F07CE-CF80-4FB7-87EE-BE8F0F5CB49A}" presName="sibTrans" presStyleCnt="0"/>
      <dgm:spPr/>
    </dgm:pt>
    <dgm:pt modelId="{CCAEDB07-3362-4C3E-852F-5806E5ACF856}" type="pres">
      <dgm:prSet presAssocID="{FE4FAB2D-574C-4310-A78D-50F4FC4161A3}" presName="compNode" presStyleCnt="0"/>
      <dgm:spPr/>
    </dgm:pt>
    <dgm:pt modelId="{BAB785FC-5CC2-47C2-B58F-3B62F9FF51FC}" type="pres">
      <dgm:prSet presAssocID="{FE4FAB2D-574C-4310-A78D-50F4FC4161A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ily Calendar"/>
        </a:ext>
      </dgm:extLst>
    </dgm:pt>
    <dgm:pt modelId="{6F0375A8-C256-449F-8922-F32BCF135DBB}" type="pres">
      <dgm:prSet presAssocID="{FE4FAB2D-574C-4310-A78D-50F4FC4161A3}" presName="iconSpace" presStyleCnt="0"/>
      <dgm:spPr/>
    </dgm:pt>
    <dgm:pt modelId="{72A20D09-77B5-4516-89C3-72EE77530A8E}" type="pres">
      <dgm:prSet presAssocID="{FE4FAB2D-574C-4310-A78D-50F4FC4161A3}" presName="parTx" presStyleLbl="revTx" presStyleIdx="6" presStyleCnt="8">
        <dgm:presLayoutVars>
          <dgm:chMax val="0"/>
          <dgm:chPref val="0"/>
        </dgm:presLayoutVars>
      </dgm:prSet>
      <dgm:spPr/>
    </dgm:pt>
    <dgm:pt modelId="{DD9219DD-D915-47D3-9BFD-F4EC74BB0C99}" type="pres">
      <dgm:prSet presAssocID="{FE4FAB2D-574C-4310-A78D-50F4FC4161A3}" presName="txSpace" presStyleCnt="0"/>
      <dgm:spPr/>
    </dgm:pt>
    <dgm:pt modelId="{236752FA-A044-43CE-B88D-6BFC581DEFB5}" type="pres">
      <dgm:prSet presAssocID="{FE4FAB2D-574C-4310-A78D-50F4FC4161A3}" presName="desTx" presStyleLbl="revTx" presStyleIdx="7" presStyleCnt="8">
        <dgm:presLayoutVars/>
      </dgm:prSet>
      <dgm:spPr/>
    </dgm:pt>
  </dgm:ptLst>
  <dgm:cxnLst>
    <dgm:cxn modelId="{4F92130A-7B6C-4EA2-8326-E2DE0DF7BC5F}" type="presOf" srcId="{D1F92E0E-30AD-4F9C-88C9-CA8F8A11BB0A}" destId="{7302B5F6-81BA-4C14-9B31-00B8EBC7FB25}" srcOrd="0" destOrd="1" presId="urn:microsoft.com/office/officeart/2018/2/layout/IconLabelDescriptionList"/>
    <dgm:cxn modelId="{5AF01413-097C-450E-B53D-1E4AD4F3AB0B}" srcId="{6907B958-422C-4257-A6AC-3E256BF7C9FE}" destId="{154BFFD0-5D43-46C0-8C4B-AF1BF535B677}" srcOrd="0" destOrd="0" parTransId="{0A3B6BC9-BB3B-45E3-8A19-8DD61D5AD0F6}" sibTransId="{504CFF9C-6AF1-4B81-A373-E7EB6B7919C3}"/>
    <dgm:cxn modelId="{CA5FD616-EDAB-4E67-A087-0FDAB4784F7B}" type="presOf" srcId="{C2B4B34F-DCE1-4530-A6B5-1BABD87520D8}" destId="{7302B5F6-81BA-4C14-9B31-00B8EBC7FB25}" srcOrd="0" destOrd="3" presId="urn:microsoft.com/office/officeart/2018/2/layout/IconLabelDescriptionList"/>
    <dgm:cxn modelId="{A036DE20-7BB0-4064-93CA-3759740767C0}" type="presOf" srcId="{ED07C6D2-FC3D-4B71-BD1A-0BA463EBE06B}" destId="{7302B5F6-81BA-4C14-9B31-00B8EBC7FB25}" srcOrd="0" destOrd="0" presId="urn:microsoft.com/office/officeart/2018/2/layout/IconLabelDescriptionList"/>
    <dgm:cxn modelId="{6CEA644A-25CE-4F11-9CD3-524FECD0934B}" srcId="{5E4F025F-F3AC-4734-B123-90E83D4D97DD}" destId="{ED07C6D2-FC3D-4B71-BD1A-0BA463EBE06B}" srcOrd="0" destOrd="0" parTransId="{8D1A7A98-6521-49FE-8717-505286CE88D0}" sibTransId="{3B505ABF-293E-4F26-81E5-AF8EF0C11705}"/>
    <dgm:cxn modelId="{36E1F65D-EA2D-44A5-8DB0-452EF2A90528}" type="presOf" srcId="{33ABEFB0-BFBD-4B4E-A272-2AB99B67D3D7}" destId="{43AC5522-CA99-46DF-B87E-EA2BA616B022}" srcOrd="0" destOrd="0" presId="urn:microsoft.com/office/officeart/2018/2/layout/IconLabelDescriptionList"/>
    <dgm:cxn modelId="{9CD3F45F-625B-47E9-94EC-A52FCFCBD28C}" srcId="{5E4F025F-F3AC-4734-B123-90E83D4D97DD}" destId="{D1F92E0E-30AD-4F9C-88C9-CA8F8A11BB0A}" srcOrd="1" destOrd="0" parTransId="{A5834431-2839-45BD-9550-3E690A99E7DE}" sibTransId="{E32B95B1-23A9-4728-B883-AFFF068A46FF}"/>
    <dgm:cxn modelId="{1771116C-65DA-4DBB-BFA3-0B0F58E0011A}" type="presOf" srcId="{2095C3C3-A2C2-4320-9300-3329DF3E9B94}" destId="{7302B5F6-81BA-4C14-9B31-00B8EBC7FB25}" srcOrd="0" destOrd="2" presId="urn:microsoft.com/office/officeart/2018/2/layout/IconLabelDescriptionList"/>
    <dgm:cxn modelId="{44301D93-990E-4018-9302-72089E5E27CE}" type="presOf" srcId="{C50E3D43-7310-4275-8BF5-5C8147DD9E87}" destId="{7302B5F6-81BA-4C14-9B31-00B8EBC7FB25}" srcOrd="0" destOrd="4" presId="urn:microsoft.com/office/officeart/2018/2/layout/IconLabelDescriptionList"/>
    <dgm:cxn modelId="{A1355C98-A3FC-47E4-A41E-99F2B56B2E83}" type="presOf" srcId="{154BFFD0-5D43-46C0-8C4B-AF1BF535B677}" destId="{B2B1EE5D-74BD-4351-BBA7-FD05CEF97F7E}" srcOrd="0" destOrd="0" presId="urn:microsoft.com/office/officeart/2018/2/layout/IconLabelDescriptionList"/>
    <dgm:cxn modelId="{42BB4BA2-610C-4AB6-A2D3-79050939ED8F}" type="presOf" srcId="{FE4FAB2D-574C-4310-A78D-50F4FC4161A3}" destId="{72A20D09-77B5-4516-89C3-72EE77530A8E}" srcOrd="0" destOrd="0" presId="urn:microsoft.com/office/officeart/2018/2/layout/IconLabelDescriptionList"/>
    <dgm:cxn modelId="{C83A81A3-7004-4F1C-95B9-796D8D0F5AEE}" srcId="{6907B958-422C-4257-A6AC-3E256BF7C9FE}" destId="{5E4F025F-F3AC-4734-B123-90E83D4D97DD}" srcOrd="2" destOrd="0" parTransId="{C0C42B4E-B1F6-4A20-B90D-90AB6333FCC9}" sibTransId="{BF6F07CE-CF80-4FB7-87EE-BE8F0F5CB49A}"/>
    <dgm:cxn modelId="{B33A1BA8-ADE7-4849-861E-F7C5A9FF3EA9}" srcId="{6907B958-422C-4257-A6AC-3E256BF7C9FE}" destId="{FE4FAB2D-574C-4310-A78D-50F4FC4161A3}" srcOrd="3" destOrd="0" parTransId="{A6E33E82-872F-49A7-AE5F-3AC8EFDECF3C}" sibTransId="{275BF070-3EFD-47B9-84C0-38299934F13C}"/>
    <dgm:cxn modelId="{FFA3D3CE-276B-418E-AFF9-AD399D59E91E}" srcId="{5E4F025F-F3AC-4734-B123-90E83D4D97DD}" destId="{C50E3D43-7310-4275-8BF5-5C8147DD9E87}" srcOrd="4" destOrd="0" parTransId="{68714456-6EAF-43F0-81AA-03A25524A9D0}" sibTransId="{CC4E2C4B-606E-43F3-A2D9-D1983D3944F6}"/>
    <dgm:cxn modelId="{A1036DEB-E31F-4892-86F7-EDDF19A0E40A}" srcId="{5E4F025F-F3AC-4734-B123-90E83D4D97DD}" destId="{2095C3C3-A2C2-4320-9300-3329DF3E9B94}" srcOrd="2" destOrd="0" parTransId="{C2E36629-8482-4993-B98E-11D3A9CA1CDA}" sibTransId="{4ACF23CB-F522-4EA6-A2BE-F889F14CAE1F}"/>
    <dgm:cxn modelId="{5885B1F2-57E2-4DFF-A48F-0EB311C83B95}" type="presOf" srcId="{5E4F025F-F3AC-4734-B123-90E83D4D97DD}" destId="{0FF3F009-C387-4BD4-8FDF-6845AB590DDD}" srcOrd="0" destOrd="0" presId="urn:microsoft.com/office/officeart/2018/2/layout/IconLabelDescriptionList"/>
    <dgm:cxn modelId="{7E3BF3F3-B5A4-40E1-A64E-4227428299E4}" srcId="{5E4F025F-F3AC-4734-B123-90E83D4D97DD}" destId="{C2B4B34F-DCE1-4530-A6B5-1BABD87520D8}" srcOrd="3" destOrd="0" parTransId="{1BC9B531-F025-4DD1-B67B-E56E307C058F}" sibTransId="{387A370E-00DA-4BA7-954B-8EEAB176E862}"/>
    <dgm:cxn modelId="{D46BA0F4-CC28-4AFD-A7FA-826F43EED499}" srcId="{6907B958-422C-4257-A6AC-3E256BF7C9FE}" destId="{33ABEFB0-BFBD-4B4E-A272-2AB99B67D3D7}" srcOrd="1" destOrd="0" parTransId="{B123D3E0-5B1D-44B5-BE11-5C37714B3DD2}" sibTransId="{C4D51C0A-EB9E-4AB5-9AF3-35385FE1E7AA}"/>
    <dgm:cxn modelId="{22233FFC-8833-4B48-8F8F-3B971544B3D0}" type="presOf" srcId="{6907B958-422C-4257-A6AC-3E256BF7C9FE}" destId="{62386CDA-1D7E-4716-A4EB-B2821F68D55A}" srcOrd="0" destOrd="0" presId="urn:microsoft.com/office/officeart/2018/2/layout/IconLabelDescriptionList"/>
    <dgm:cxn modelId="{0F738576-31CF-4218-B2C0-B061369ACEFB}" type="presParOf" srcId="{62386CDA-1D7E-4716-A4EB-B2821F68D55A}" destId="{A6C4D710-E82A-476A-ACE7-80B68DD16707}" srcOrd="0" destOrd="0" presId="urn:microsoft.com/office/officeart/2018/2/layout/IconLabelDescriptionList"/>
    <dgm:cxn modelId="{C64EBC8C-0D36-400F-881B-EA70CCE1BA0F}" type="presParOf" srcId="{A6C4D710-E82A-476A-ACE7-80B68DD16707}" destId="{6C108B0E-6B68-4C74-841A-38D52BC08BBE}" srcOrd="0" destOrd="0" presId="urn:microsoft.com/office/officeart/2018/2/layout/IconLabelDescriptionList"/>
    <dgm:cxn modelId="{05FF4002-049F-4E10-94A5-F88A4E117F3A}" type="presParOf" srcId="{A6C4D710-E82A-476A-ACE7-80B68DD16707}" destId="{85488BF0-EF70-4737-A4A8-A5B61D5B7F27}" srcOrd="1" destOrd="0" presId="urn:microsoft.com/office/officeart/2018/2/layout/IconLabelDescriptionList"/>
    <dgm:cxn modelId="{57EF8D1B-B5A1-4023-9E18-FCEF1EA65E28}" type="presParOf" srcId="{A6C4D710-E82A-476A-ACE7-80B68DD16707}" destId="{B2B1EE5D-74BD-4351-BBA7-FD05CEF97F7E}" srcOrd="2" destOrd="0" presId="urn:microsoft.com/office/officeart/2018/2/layout/IconLabelDescriptionList"/>
    <dgm:cxn modelId="{D914AF77-C560-4274-A485-84BFC0D93A7D}" type="presParOf" srcId="{A6C4D710-E82A-476A-ACE7-80B68DD16707}" destId="{7E7F7A18-3CDE-4B57-ACEF-7B5E5D64A869}" srcOrd="3" destOrd="0" presId="urn:microsoft.com/office/officeart/2018/2/layout/IconLabelDescriptionList"/>
    <dgm:cxn modelId="{2E203F8A-9F76-44BE-B4EF-C0D950026B8D}" type="presParOf" srcId="{A6C4D710-E82A-476A-ACE7-80B68DD16707}" destId="{CABAE8DA-C0B7-47C9-9BB7-8809D0FF3F43}" srcOrd="4" destOrd="0" presId="urn:microsoft.com/office/officeart/2018/2/layout/IconLabelDescriptionList"/>
    <dgm:cxn modelId="{5C603A86-80EF-4E92-BE06-79C1FDE010E3}" type="presParOf" srcId="{62386CDA-1D7E-4716-A4EB-B2821F68D55A}" destId="{5A2AE365-C21B-40E8-8936-72E5FA4E21E6}" srcOrd="1" destOrd="0" presId="urn:microsoft.com/office/officeart/2018/2/layout/IconLabelDescriptionList"/>
    <dgm:cxn modelId="{FDFC525F-180E-43D8-8FCC-429964636FE7}" type="presParOf" srcId="{62386CDA-1D7E-4716-A4EB-B2821F68D55A}" destId="{06868EA6-110B-4C3D-94EC-40525E11B4FA}" srcOrd="2" destOrd="0" presId="urn:microsoft.com/office/officeart/2018/2/layout/IconLabelDescriptionList"/>
    <dgm:cxn modelId="{55CE3464-7968-4D0F-9222-6A751FC0E419}" type="presParOf" srcId="{06868EA6-110B-4C3D-94EC-40525E11B4FA}" destId="{C2459CD6-AC48-4429-A15A-3A3D7731C1CA}" srcOrd="0" destOrd="0" presId="urn:microsoft.com/office/officeart/2018/2/layout/IconLabelDescriptionList"/>
    <dgm:cxn modelId="{D90013C5-675A-4C87-8701-FFF1C839F9EE}" type="presParOf" srcId="{06868EA6-110B-4C3D-94EC-40525E11B4FA}" destId="{7F768854-6ECF-45C2-85D6-3069680D25A2}" srcOrd="1" destOrd="0" presId="urn:microsoft.com/office/officeart/2018/2/layout/IconLabelDescriptionList"/>
    <dgm:cxn modelId="{C1AF7942-1C64-4686-B177-E3AB62E20286}" type="presParOf" srcId="{06868EA6-110B-4C3D-94EC-40525E11B4FA}" destId="{43AC5522-CA99-46DF-B87E-EA2BA616B022}" srcOrd="2" destOrd="0" presId="urn:microsoft.com/office/officeart/2018/2/layout/IconLabelDescriptionList"/>
    <dgm:cxn modelId="{15E1553D-FE25-48DE-9C26-F0D6C2544A07}" type="presParOf" srcId="{06868EA6-110B-4C3D-94EC-40525E11B4FA}" destId="{BB12A7EF-28FC-48C5-BE7C-287A5AF0C926}" srcOrd="3" destOrd="0" presId="urn:microsoft.com/office/officeart/2018/2/layout/IconLabelDescriptionList"/>
    <dgm:cxn modelId="{F955B93B-928F-4080-A91A-B1A8638D55F0}" type="presParOf" srcId="{06868EA6-110B-4C3D-94EC-40525E11B4FA}" destId="{A23760AA-1AC4-4DD2-803F-029053CACFC7}" srcOrd="4" destOrd="0" presId="urn:microsoft.com/office/officeart/2018/2/layout/IconLabelDescriptionList"/>
    <dgm:cxn modelId="{AC097EB6-5392-45BB-97AC-6620387F1731}" type="presParOf" srcId="{62386CDA-1D7E-4716-A4EB-B2821F68D55A}" destId="{821EE1BC-D97E-429F-A798-3C1F26E3E762}" srcOrd="3" destOrd="0" presId="urn:microsoft.com/office/officeart/2018/2/layout/IconLabelDescriptionList"/>
    <dgm:cxn modelId="{3AB714A8-E02D-4480-89F9-30B9C8B1998A}" type="presParOf" srcId="{62386CDA-1D7E-4716-A4EB-B2821F68D55A}" destId="{E89D8271-0C73-4CED-84EC-81899404214C}" srcOrd="4" destOrd="0" presId="urn:microsoft.com/office/officeart/2018/2/layout/IconLabelDescriptionList"/>
    <dgm:cxn modelId="{FD3066B8-EE21-4CDF-823A-5B4369BD0502}" type="presParOf" srcId="{E89D8271-0C73-4CED-84EC-81899404214C}" destId="{6F416A48-79A3-406A-8472-3EE7DEFA705D}" srcOrd="0" destOrd="0" presId="urn:microsoft.com/office/officeart/2018/2/layout/IconLabelDescriptionList"/>
    <dgm:cxn modelId="{15466350-1D4A-4B93-8A26-7ADC4512F02C}" type="presParOf" srcId="{E89D8271-0C73-4CED-84EC-81899404214C}" destId="{1C49ED12-5BCE-4B38-90C5-37A95ECA466C}" srcOrd="1" destOrd="0" presId="urn:microsoft.com/office/officeart/2018/2/layout/IconLabelDescriptionList"/>
    <dgm:cxn modelId="{1CAD1358-9181-4EDC-9E16-1C0BA68C0FA4}" type="presParOf" srcId="{E89D8271-0C73-4CED-84EC-81899404214C}" destId="{0FF3F009-C387-4BD4-8FDF-6845AB590DDD}" srcOrd="2" destOrd="0" presId="urn:microsoft.com/office/officeart/2018/2/layout/IconLabelDescriptionList"/>
    <dgm:cxn modelId="{586D1C4F-B9C8-4D30-BC3C-29ADCB7F16B0}" type="presParOf" srcId="{E89D8271-0C73-4CED-84EC-81899404214C}" destId="{3962332F-A6D0-4F4D-8CD7-8580B73B85DF}" srcOrd="3" destOrd="0" presId="urn:microsoft.com/office/officeart/2018/2/layout/IconLabelDescriptionList"/>
    <dgm:cxn modelId="{D2422089-F3CB-45FE-89E2-9704A9C210DE}" type="presParOf" srcId="{E89D8271-0C73-4CED-84EC-81899404214C}" destId="{7302B5F6-81BA-4C14-9B31-00B8EBC7FB25}" srcOrd="4" destOrd="0" presId="urn:microsoft.com/office/officeart/2018/2/layout/IconLabelDescriptionList"/>
    <dgm:cxn modelId="{F4B7D1D0-498A-403A-B1F6-BE1FC781E9F2}" type="presParOf" srcId="{62386CDA-1D7E-4716-A4EB-B2821F68D55A}" destId="{7EA4F262-31CC-475D-86C8-E6ACE28F9234}" srcOrd="5" destOrd="0" presId="urn:microsoft.com/office/officeart/2018/2/layout/IconLabelDescriptionList"/>
    <dgm:cxn modelId="{D5FA6802-4DDB-4E1E-BDD9-C6CCCF16F6B0}" type="presParOf" srcId="{62386CDA-1D7E-4716-A4EB-B2821F68D55A}" destId="{CCAEDB07-3362-4C3E-852F-5806E5ACF856}" srcOrd="6" destOrd="0" presId="urn:microsoft.com/office/officeart/2018/2/layout/IconLabelDescriptionList"/>
    <dgm:cxn modelId="{3D14705F-9A0D-4830-A3ED-58305A0C0D2F}" type="presParOf" srcId="{CCAEDB07-3362-4C3E-852F-5806E5ACF856}" destId="{BAB785FC-5CC2-47C2-B58F-3B62F9FF51FC}" srcOrd="0" destOrd="0" presId="urn:microsoft.com/office/officeart/2018/2/layout/IconLabelDescriptionList"/>
    <dgm:cxn modelId="{74D0D7CB-8491-42B0-B650-37967C05060D}" type="presParOf" srcId="{CCAEDB07-3362-4C3E-852F-5806E5ACF856}" destId="{6F0375A8-C256-449F-8922-F32BCF135DBB}" srcOrd="1" destOrd="0" presId="urn:microsoft.com/office/officeart/2018/2/layout/IconLabelDescriptionList"/>
    <dgm:cxn modelId="{69266D21-0848-47AE-ADDB-616A19511307}" type="presParOf" srcId="{CCAEDB07-3362-4C3E-852F-5806E5ACF856}" destId="{72A20D09-77B5-4516-89C3-72EE77530A8E}" srcOrd="2" destOrd="0" presId="urn:microsoft.com/office/officeart/2018/2/layout/IconLabelDescriptionList"/>
    <dgm:cxn modelId="{7C84E16B-8A22-4BF1-AE85-D059366D40E8}" type="presParOf" srcId="{CCAEDB07-3362-4C3E-852F-5806E5ACF856}" destId="{DD9219DD-D915-47D3-9BFD-F4EC74BB0C99}" srcOrd="3" destOrd="0" presId="urn:microsoft.com/office/officeart/2018/2/layout/IconLabelDescriptionList"/>
    <dgm:cxn modelId="{917BC616-A1C9-4F52-90C4-5A639F08EEA1}" type="presParOf" srcId="{CCAEDB07-3362-4C3E-852F-5806E5ACF856}" destId="{236752FA-A044-43CE-B88D-6BFC581DEFB5}" srcOrd="4" destOrd="0" presId="urn:microsoft.com/office/officeart/2018/2/layout/IconLabelDescription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BF958F-945A-4181-AE29-E41C457F6DB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2690912-5EF3-4451-8A96-25B3B087BD27}">
      <dgm:prSet/>
      <dgm:spPr/>
      <dgm:t>
        <a:bodyPr/>
        <a:lstStyle/>
        <a:p>
          <a:pPr>
            <a:defRPr cap="all"/>
          </a:pPr>
          <a:r>
            <a:rPr lang="en-US"/>
            <a:t>Removed negative/outlier values</a:t>
          </a:r>
        </a:p>
      </dgm:t>
    </dgm:pt>
    <dgm:pt modelId="{CC6CD2C7-8F56-4EE2-816A-46553AE0ACB0}" type="parTrans" cxnId="{101C8368-F75F-4ED5-8043-B8D6D54F3A41}">
      <dgm:prSet/>
      <dgm:spPr/>
      <dgm:t>
        <a:bodyPr/>
        <a:lstStyle/>
        <a:p>
          <a:endParaRPr lang="en-US"/>
        </a:p>
      </dgm:t>
    </dgm:pt>
    <dgm:pt modelId="{5D4397B0-12D2-41B0-9B25-82B6719EB140}" type="sibTrans" cxnId="{101C8368-F75F-4ED5-8043-B8D6D54F3A41}">
      <dgm:prSet/>
      <dgm:spPr/>
      <dgm:t>
        <a:bodyPr/>
        <a:lstStyle/>
        <a:p>
          <a:endParaRPr lang="en-US"/>
        </a:p>
      </dgm:t>
    </dgm:pt>
    <dgm:pt modelId="{EE4B8103-1DA0-4DDF-9C5A-3E756E19EE83}">
      <dgm:prSet/>
      <dgm:spPr/>
      <dgm:t>
        <a:bodyPr/>
        <a:lstStyle/>
        <a:p>
          <a:pPr>
            <a:defRPr cap="all"/>
          </a:pPr>
          <a:r>
            <a:rPr lang="en-US"/>
            <a:t>Forward/backward filled missing values</a:t>
          </a:r>
        </a:p>
      </dgm:t>
    </dgm:pt>
    <dgm:pt modelId="{99EDD077-F9E9-414C-A87A-85F883F0FA46}" type="parTrans" cxnId="{5D307264-B061-4D13-B389-C92C4D79647F}">
      <dgm:prSet/>
      <dgm:spPr/>
      <dgm:t>
        <a:bodyPr/>
        <a:lstStyle/>
        <a:p>
          <a:endParaRPr lang="en-US"/>
        </a:p>
      </dgm:t>
    </dgm:pt>
    <dgm:pt modelId="{2F1D1644-07EE-4918-A369-ACA7E8218370}" type="sibTrans" cxnId="{5D307264-B061-4D13-B389-C92C4D79647F}">
      <dgm:prSet/>
      <dgm:spPr/>
      <dgm:t>
        <a:bodyPr/>
        <a:lstStyle/>
        <a:p>
          <a:endParaRPr lang="en-US"/>
        </a:p>
      </dgm:t>
    </dgm:pt>
    <dgm:pt modelId="{E9D9A260-6BCB-4B7D-A009-A9C039F41D6C}">
      <dgm:prSet/>
      <dgm:spPr/>
      <dgm:t>
        <a:bodyPr/>
        <a:lstStyle/>
        <a:p>
          <a:pPr>
            <a:defRPr cap="all"/>
          </a:pPr>
          <a:r>
            <a:rPr lang="en-US"/>
            <a:t>Computed 7-day rolling averages</a:t>
          </a:r>
        </a:p>
      </dgm:t>
    </dgm:pt>
    <dgm:pt modelId="{7780EBA4-7331-41C8-81DC-00FAAB53ADA3}" type="parTrans" cxnId="{4EFB13AA-5CCF-4A1A-B8B7-3B628BD35ED5}">
      <dgm:prSet/>
      <dgm:spPr/>
      <dgm:t>
        <a:bodyPr/>
        <a:lstStyle/>
        <a:p>
          <a:endParaRPr lang="en-US"/>
        </a:p>
      </dgm:t>
    </dgm:pt>
    <dgm:pt modelId="{FFBC624D-0753-4F3D-9DE4-12D797395308}" type="sibTrans" cxnId="{4EFB13AA-5CCF-4A1A-B8B7-3B628BD35ED5}">
      <dgm:prSet/>
      <dgm:spPr/>
      <dgm:t>
        <a:bodyPr/>
        <a:lstStyle/>
        <a:p>
          <a:endParaRPr lang="en-US"/>
        </a:p>
      </dgm:t>
    </dgm:pt>
    <dgm:pt modelId="{2209A080-B407-4DBA-955B-8F3956D31A87}">
      <dgm:prSet/>
      <dgm:spPr/>
      <dgm:t>
        <a:bodyPr/>
        <a:lstStyle/>
        <a:p>
          <a:pPr>
            <a:defRPr cap="all"/>
          </a:pPr>
          <a:r>
            <a:rPr lang="en-US"/>
            <a:t>Created growth-rate variables</a:t>
          </a:r>
        </a:p>
      </dgm:t>
    </dgm:pt>
    <dgm:pt modelId="{2D6BD506-1FB1-4AF3-BA61-E179F3B21DE3}" type="parTrans" cxnId="{2706F265-213A-4319-9E50-F1FC89039EE7}">
      <dgm:prSet/>
      <dgm:spPr/>
      <dgm:t>
        <a:bodyPr/>
        <a:lstStyle/>
        <a:p>
          <a:endParaRPr lang="en-US"/>
        </a:p>
      </dgm:t>
    </dgm:pt>
    <dgm:pt modelId="{D13D41F6-E04A-4BD6-818C-C3A3BC7598D0}" type="sibTrans" cxnId="{2706F265-213A-4319-9E50-F1FC89039EE7}">
      <dgm:prSet/>
      <dgm:spPr/>
      <dgm:t>
        <a:bodyPr/>
        <a:lstStyle/>
        <a:p>
          <a:endParaRPr lang="en-US"/>
        </a:p>
      </dgm:t>
    </dgm:pt>
    <dgm:pt modelId="{F5D35FCD-82BD-48E8-82E2-651A8D3E491E}">
      <dgm:prSet/>
      <dgm:spPr/>
      <dgm:t>
        <a:bodyPr/>
        <a:lstStyle/>
        <a:p>
          <a:pPr>
            <a:defRPr cap="all"/>
          </a:pPr>
          <a:r>
            <a:rPr lang="en-US"/>
            <a:t>Added lags and leads for causal timing</a:t>
          </a:r>
        </a:p>
      </dgm:t>
    </dgm:pt>
    <dgm:pt modelId="{CAE52858-0270-4221-9B04-F75B507715A2}" type="parTrans" cxnId="{D9A0C6B9-ECF9-4868-9C87-16ED3814B94B}">
      <dgm:prSet/>
      <dgm:spPr/>
      <dgm:t>
        <a:bodyPr/>
        <a:lstStyle/>
        <a:p>
          <a:endParaRPr lang="en-US"/>
        </a:p>
      </dgm:t>
    </dgm:pt>
    <dgm:pt modelId="{F9B5DDD9-1299-4BEF-AC7F-2C986CD9FB0A}" type="sibTrans" cxnId="{D9A0C6B9-ECF9-4868-9C87-16ED3814B94B}">
      <dgm:prSet/>
      <dgm:spPr/>
      <dgm:t>
        <a:bodyPr/>
        <a:lstStyle/>
        <a:p>
          <a:endParaRPr lang="en-US"/>
        </a:p>
      </dgm:t>
    </dgm:pt>
    <dgm:pt modelId="{43C94CAF-49C7-48FA-BF20-6BB96E35C5D3}" type="pres">
      <dgm:prSet presAssocID="{34BF958F-945A-4181-AE29-E41C457F6DB0}" presName="root" presStyleCnt="0">
        <dgm:presLayoutVars>
          <dgm:dir/>
          <dgm:resizeHandles val="exact"/>
        </dgm:presLayoutVars>
      </dgm:prSet>
      <dgm:spPr/>
    </dgm:pt>
    <dgm:pt modelId="{63D36F68-723C-4BA3-BB61-5629FE9C5A34}" type="pres">
      <dgm:prSet presAssocID="{02690912-5EF3-4451-8A96-25B3B087BD27}" presName="compNode" presStyleCnt="0"/>
      <dgm:spPr/>
    </dgm:pt>
    <dgm:pt modelId="{10CDFFC5-3D7F-49E3-8AEF-6BC5CBA3AEFF}" type="pres">
      <dgm:prSet presAssocID="{02690912-5EF3-4451-8A96-25B3B087BD27}" presName="iconBgRect" presStyleLbl="bgShp" presStyleIdx="0" presStyleCnt="5"/>
      <dgm:spPr>
        <a:prstGeom prst="round2DiagRect">
          <a:avLst>
            <a:gd name="adj1" fmla="val 29727"/>
            <a:gd name="adj2" fmla="val 0"/>
          </a:avLst>
        </a:prstGeom>
      </dgm:spPr>
    </dgm:pt>
    <dgm:pt modelId="{7B5F8E9A-24DB-41D4-9F0B-ECDDEBBE8D91}" type="pres">
      <dgm:prSet presAssocID="{02690912-5EF3-4451-8A96-25B3B087BD2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3AA673AE-0A8F-4642-8689-6C4CFD18383D}" type="pres">
      <dgm:prSet presAssocID="{02690912-5EF3-4451-8A96-25B3B087BD27}" presName="spaceRect" presStyleCnt="0"/>
      <dgm:spPr/>
    </dgm:pt>
    <dgm:pt modelId="{38DFF72F-E6C8-46FB-AEDE-2CAFC4943526}" type="pres">
      <dgm:prSet presAssocID="{02690912-5EF3-4451-8A96-25B3B087BD27}" presName="textRect" presStyleLbl="revTx" presStyleIdx="0" presStyleCnt="5">
        <dgm:presLayoutVars>
          <dgm:chMax val="1"/>
          <dgm:chPref val="1"/>
        </dgm:presLayoutVars>
      </dgm:prSet>
      <dgm:spPr/>
    </dgm:pt>
    <dgm:pt modelId="{3B5C07A2-87F8-478D-8858-52CB7041F547}" type="pres">
      <dgm:prSet presAssocID="{5D4397B0-12D2-41B0-9B25-82B6719EB140}" presName="sibTrans" presStyleCnt="0"/>
      <dgm:spPr/>
    </dgm:pt>
    <dgm:pt modelId="{35984B9A-2BF9-4667-A8F5-7C244C84199D}" type="pres">
      <dgm:prSet presAssocID="{EE4B8103-1DA0-4DDF-9C5A-3E756E19EE83}" presName="compNode" presStyleCnt="0"/>
      <dgm:spPr/>
    </dgm:pt>
    <dgm:pt modelId="{0C21C35D-8600-49BF-BB2C-6F4F40065941}" type="pres">
      <dgm:prSet presAssocID="{EE4B8103-1DA0-4DDF-9C5A-3E756E19EE83}" presName="iconBgRect" presStyleLbl="bgShp" presStyleIdx="1" presStyleCnt="5"/>
      <dgm:spPr>
        <a:prstGeom prst="round2DiagRect">
          <a:avLst>
            <a:gd name="adj1" fmla="val 29727"/>
            <a:gd name="adj2" fmla="val 0"/>
          </a:avLst>
        </a:prstGeom>
      </dgm:spPr>
    </dgm:pt>
    <dgm:pt modelId="{5014717C-F267-4B80-91C3-00818ADB73AF}" type="pres">
      <dgm:prSet presAssocID="{EE4B8103-1DA0-4DDF-9C5A-3E756E19EE8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nsfer"/>
        </a:ext>
      </dgm:extLst>
    </dgm:pt>
    <dgm:pt modelId="{478EC704-A3C6-4DDF-961B-D86CEBC7996F}" type="pres">
      <dgm:prSet presAssocID="{EE4B8103-1DA0-4DDF-9C5A-3E756E19EE83}" presName="spaceRect" presStyleCnt="0"/>
      <dgm:spPr/>
    </dgm:pt>
    <dgm:pt modelId="{C5CCF815-116A-42EC-B4BE-CBD0EA110F99}" type="pres">
      <dgm:prSet presAssocID="{EE4B8103-1DA0-4DDF-9C5A-3E756E19EE83}" presName="textRect" presStyleLbl="revTx" presStyleIdx="1" presStyleCnt="5">
        <dgm:presLayoutVars>
          <dgm:chMax val="1"/>
          <dgm:chPref val="1"/>
        </dgm:presLayoutVars>
      </dgm:prSet>
      <dgm:spPr/>
    </dgm:pt>
    <dgm:pt modelId="{DB34200A-75D4-44FB-9536-1FA25AF6152C}" type="pres">
      <dgm:prSet presAssocID="{2F1D1644-07EE-4918-A369-ACA7E8218370}" presName="sibTrans" presStyleCnt="0"/>
      <dgm:spPr/>
    </dgm:pt>
    <dgm:pt modelId="{92768273-F007-4911-BAA5-18C1BE0311B3}" type="pres">
      <dgm:prSet presAssocID="{E9D9A260-6BCB-4B7D-A009-A9C039F41D6C}" presName="compNode" presStyleCnt="0"/>
      <dgm:spPr/>
    </dgm:pt>
    <dgm:pt modelId="{AFB69A1F-346F-4B12-AF69-B417E405C8E2}" type="pres">
      <dgm:prSet presAssocID="{E9D9A260-6BCB-4B7D-A009-A9C039F41D6C}" presName="iconBgRect" presStyleLbl="bgShp" presStyleIdx="2" presStyleCnt="5"/>
      <dgm:spPr>
        <a:prstGeom prst="round2DiagRect">
          <a:avLst>
            <a:gd name="adj1" fmla="val 29727"/>
            <a:gd name="adj2" fmla="val 0"/>
          </a:avLst>
        </a:prstGeom>
      </dgm:spPr>
    </dgm:pt>
    <dgm:pt modelId="{A6029479-C1BC-4555-BEFE-4E48C3D306D0}" type="pres">
      <dgm:prSet presAssocID="{E9D9A260-6BCB-4B7D-A009-A9C039F41D6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FA00535B-385D-469B-9F2A-BE9551E0C5BE}" type="pres">
      <dgm:prSet presAssocID="{E9D9A260-6BCB-4B7D-A009-A9C039F41D6C}" presName="spaceRect" presStyleCnt="0"/>
      <dgm:spPr/>
    </dgm:pt>
    <dgm:pt modelId="{893472D5-56DF-4B12-82CF-FF95A2CD9BBA}" type="pres">
      <dgm:prSet presAssocID="{E9D9A260-6BCB-4B7D-A009-A9C039F41D6C}" presName="textRect" presStyleLbl="revTx" presStyleIdx="2" presStyleCnt="5">
        <dgm:presLayoutVars>
          <dgm:chMax val="1"/>
          <dgm:chPref val="1"/>
        </dgm:presLayoutVars>
      </dgm:prSet>
      <dgm:spPr/>
    </dgm:pt>
    <dgm:pt modelId="{FF66EE5F-7AC1-438B-84DB-B2E090BDBAA1}" type="pres">
      <dgm:prSet presAssocID="{FFBC624D-0753-4F3D-9DE4-12D797395308}" presName="sibTrans" presStyleCnt="0"/>
      <dgm:spPr/>
    </dgm:pt>
    <dgm:pt modelId="{37B1D96F-F41E-4E10-B2CC-60F15E27130B}" type="pres">
      <dgm:prSet presAssocID="{2209A080-B407-4DBA-955B-8F3956D31A87}" presName="compNode" presStyleCnt="0"/>
      <dgm:spPr/>
    </dgm:pt>
    <dgm:pt modelId="{9F32289A-6FA1-4D2C-847C-2FC5268146A3}" type="pres">
      <dgm:prSet presAssocID="{2209A080-B407-4DBA-955B-8F3956D31A87}" presName="iconBgRect" presStyleLbl="bgShp" presStyleIdx="3" presStyleCnt="5"/>
      <dgm:spPr>
        <a:prstGeom prst="round2DiagRect">
          <a:avLst>
            <a:gd name="adj1" fmla="val 29727"/>
            <a:gd name="adj2" fmla="val 0"/>
          </a:avLst>
        </a:prstGeom>
      </dgm:spPr>
    </dgm:pt>
    <dgm:pt modelId="{908D9EB4-656C-40A0-B73E-3435A53B705A}" type="pres">
      <dgm:prSet presAssocID="{2209A080-B407-4DBA-955B-8F3956D31A8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hermometer"/>
        </a:ext>
      </dgm:extLst>
    </dgm:pt>
    <dgm:pt modelId="{7CED4003-60A3-44D5-BF91-0E98CCF7CC18}" type="pres">
      <dgm:prSet presAssocID="{2209A080-B407-4DBA-955B-8F3956D31A87}" presName="spaceRect" presStyleCnt="0"/>
      <dgm:spPr/>
    </dgm:pt>
    <dgm:pt modelId="{DA033320-FBF1-48FF-B16E-7539F791661B}" type="pres">
      <dgm:prSet presAssocID="{2209A080-B407-4DBA-955B-8F3956D31A87}" presName="textRect" presStyleLbl="revTx" presStyleIdx="3" presStyleCnt="5">
        <dgm:presLayoutVars>
          <dgm:chMax val="1"/>
          <dgm:chPref val="1"/>
        </dgm:presLayoutVars>
      </dgm:prSet>
      <dgm:spPr/>
    </dgm:pt>
    <dgm:pt modelId="{965853FE-A1F8-48ED-9B48-FC8FB48FAB05}" type="pres">
      <dgm:prSet presAssocID="{D13D41F6-E04A-4BD6-818C-C3A3BC7598D0}" presName="sibTrans" presStyleCnt="0"/>
      <dgm:spPr/>
    </dgm:pt>
    <dgm:pt modelId="{6310680F-0C84-4535-A409-4E674D308D7B}" type="pres">
      <dgm:prSet presAssocID="{F5D35FCD-82BD-48E8-82E2-651A8D3E491E}" presName="compNode" presStyleCnt="0"/>
      <dgm:spPr/>
    </dgm:pt>
    <dgm:pt modelId="{81AE014B-A35D-4030-87FA-FC4614D5347D}" type="pres">
      <dgm:prSet presAssocID="{F5D35FCD-82BD-48E8-82E2-651A8D3E491E}" presName="iconBgRect" presStyleLbl="bgShp" presStyleIdx="4" presStyleCnt="5"/>
      <dgm:spPr>
        <a:prstGeom prst="round2DiagRect">
          <a:avLst>
            <a:gd name="adj1" fmla="val 29727"/>
            <a:gd name="adj2" fmla="val 0"/>
          </a:avLst>
        </a:prstGeom>
      </dgm:spPr>
    </dgm:pt>
    <dgm:pt modelId="{7B896B97-A707-4DC0-A562-6A27946EFB93}" type="pres">
      <dgm:prSet presAssocID="{F5D35FCD-82BD-48E8-82E2-651A8D3E491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A068318E-462A-4B13-87C0-59BC42BA54AC}" type="pres">
      <dgm:prSet presAssocID="{F5D35FCD-82BD-48E8-82E2-651A8D3E491E}" presName="spaceRect" presStyleCnt="0"/>
      <dgm:spPr/>
    </dgm:pt>
    <dgm:pt modelId="{1D0DE754-E9D0-4048-B2B6-A70FF0AC7182}" type="pres">
      <dgm:prSet presAssocID="{F5D35FCD-82BD-48E8-82E2-651A8D3E491E}" presName="textRect" presStyleLbl="revTx" presStyleIdx="4" presStyleCnt="5">
        <dgm:presLayoutVars>
          <dgm:chMax val="1"/>
          <dgm:chPref val="1"/>
        </dgm:presLayoutVars>
      </dgm:prSet>
      <dgm:spPr/>
    </dgm:pt>
  </dgm:ptLst>
  <dgm:cxnLst>
    <dgm:cxn modelId="{2AEC5707-2BB6-4761-8BA9-F7120C36CECB}" type="presOf" srcId="{E9D9A260-6BCB-4B7D-A009-A9C039F41D6C}" destId="{893472D5-56DF-4B12-82CF-FF95A2CD9BBA}" srcOrd="0" destOrd="0" presId="urn:microsoft.com/office/officeart/2018/5/layout/IconLeafLabelList"/>
    <dgm:cxn modelId="{AD881A0F-C92E-4D14-8AC6-B4C2F2067442}" type="presOf" srcId="{02690912-5EF3-4451-8A96-25B3B087BD27}" destId="{38DFF72F-E6C8-46FB-AEDE-2CAFC4943526}" srcOrd="0" destOrd="0" presId="urn:microsoft.com/office/officeart/2018/5/layout/IconLeafLabelList"/>
    <dgm:cxn modelId="{20B9EB1E-5888-44F1-92F9-9F697D708909}" type="presOf" srcId="{34BF958F-945A-4181-AE29-E41C457F6DB0}" destId="{43C94CAF-49C7-48FA-BF20-6BB96E35C5D3}" srcOrd="0" destOrd="0" presId="urn:microsoft.com/office/officeart/2018/5/layout/IconLeafLabelList"/>
    <dgm:cxn modelId="{5D307264-B061-4D13-B389-C92C4D79647F}" srcId="{34BF958F-945A-4181-AE29-E41C457F6DB0}" destId="{EE4B8103-1DA0-4DDF-9C5A-3E756E19EE83}" srcOrd="1" destOrd="0" parTransId="{99EDD077-F9E9-414C-A87A-85F883F0FA46}" sibTransId="{2F1D1644-07EE-4918-A369-ACA7E8218370}"/>
    <dgm:cxn modelId="{2706F265-213A-4319-9E50-F1FC89039EE7}" srcId="{34BF958F-945A-4181-AE29-E41C457F6DB0}" destId="{2209A080-B407-4DBA-955B-8F3956D31A87}" srcOrd="3" destOrd="0" parTransId="{2D6BD506-1FB1-4AF3-BA61-E179F3B21DE3}" sibTransId="{D13D41F6-E04A-4BD6-818C-C3A3BC7598D0}"/>
    <dgm:cxn modelId="{101C8368-F75F-4ED5-8043-B8D6D54F3A41}" srcId="{34BF958F-945A-4181-AE29-E41C457F6DB0}" destId="{02690912-5EF3-4451-8A96-25B3B087BD27}" srcOrd="0" destOrd="0" parTransId="{CC6CD2C7-8F56-4EE2-816A-46553AE0ACB0}" sibTransId="{5D4397B0-12D2-41B0-9B25-82B6719EB140}"/>
    <dgm:cxn modelId="{051CB692-0FA8-4A2B-A5BE-E46CD764B39E}" type="presOf" srcId="{2209A080-B407-4DBA-955B-8F3956D31A87}" destId="{DA033320-FBF1-48FF-B16E-7539F791661B}" srcOrd="0" destOrd="0" presId="urn:microsoft.com/office/officeart/2018/5/layout/IconLeafLabelList"/>
    <dgm:cxn modelId="{4EFB13AA-5CCF-4A1A-B8B7-3B628BD35ED5}" srcId="{34BF958F-945A-4181-AE29-E41C457F6DB0}" destId="{E9D9A260-6BCB-4B7D-A009-A9C039F41D6C}" srcOrd="2" destOrd="0" parTransId="{7780EBA4-7331-41C8-81DC-00FAAB53ADA3}" sibTransId="{FFBC624D-0753-4F3D-9DE4-12D797395308}"/>
    <dgm:cxn modelId="{D9A0C6B9-ECF9-4868-9C87-16ED3814B94B}" srcId="{34BF958F-945A-4181-AE29-E41C457F6DB0}" destId="{F5D35FCD-82BD-48E8-82E2-651A8D3E491E}" srcOrd="4" destOrd="0" parTransId="{CAE52858-0270-4221-9B04-F75B507715A2}" sibTransId="{F9B5DDD9-1299-4BEF-AC7F-2C986CD9FB0A}"/>
    <dgm:cxn modelId="{D1566EC4-83B8-47F6-B277-F5A8B10810D2}" type="presOf" srcId="{EE4B8103-1DA0-4DDF-9C5A-3E756E19EE83}" destId="{C5CCF815-116A-42EC-B4BE-CBD0EA110F99}" srcOrd="0" destOrd="0" presId="urn:microsoft.com/office/officeart/2018/5/layout/IconLeafLabelList"/>
    <dgm:cxn modelId="{FD72F4DE-3CF2-497D-AC0C-780C071848FD}" type="presOf" srcId="{F5D35FCD-82BD-48E8-82E2-651A8D3E491E}" destId="{1D0DE754-E9D0-4048-B2B6-A70FF0AC7182}" srcOrd="0" destOrd="0" presId="urn:microsoft.com/office/officeart/2018/5/layout/IconLeafLabelList"/>
    <dgm:cxn modelId="{3E50C777-B4BA-4EE8-8BC4-B832EA221AE2}" type="presParOf" srcId="{43C94CAF-49C7-48FA-BF20-6BB96E35C5D3}" destId="{63D36F68-723C-4BA3-BB61-5629FE9C5A34}" srcOrd="0" destOrd="0" presId="urn:microsoft.com/office/officeart/2018/5/layout/IconLeafLabelList"/>
    <dgm:cxn modelId="{6611D2F0-A504-4F95-9B7C-848FDE51323C}" type="presParOf" srcId="{63D36F68-723C-4BA3-BB61-5629FE9C5A34}" destId="{10CDFFC5-3D7F-49E3-8AEF-6BC5CBA3AEFF}" srcOrd="0" destOrd="0" presId="urn:microsoft.com/office/officeart/2018/5/layout/IconLeafLabelList"/>
    <dgm:cxn modelId="{C98638D9-6689-410F-8FDF-B2B1FDCCB998}" type="presParOf" srcId="{63D36F68-723C-4BA3-BB61-5629FE9C5A34}" destId="{7B5F8E9A-24DB-41D4-9F0B-ECDDEBBE8D91}" srcOrd="1" destOrd="0" presId="urn:microsoft.com/office/officeart/2018/5/layout/IconLeafLabelList"/>
    <dgm:cxn modelId="{4341480A-C71B-4929-AB80-33E16E817E9A}" type="presParOf" srcId="{63D36F68-723C-4BA3-BB61-5629FE9C5A34}" destId="{3AA673AE-0A8F-4642-8689-6C4CFD18383D}" srcOrd="2" destOrd="0" presId="urn:microsoft.com/office/officeart/2018/5/layout/IconLeafLabelList"/>
    <dgm:cxn modelId="{F98A1D7D-E5EF-45FF-BEAE-564038416699}" type="presParOf" srcId="{63D36F68-723C-4BA3-BB61-5629FE9C5A34}" destId="{38DFF72F-E6C8-46FB-AEDE-2CAFC4943526}" srcOrd="3" destOrd="0" presId="urn:microsoft.com/office/officeart/2018/5/layout/IconLeafLabelList"/>
    <dgm:cxn modelId="{8B8059E7-092B-476D-A717-5D5AF1A5845A}" type="presParOf" srcId="{43C94CAF-49C7-48FA-BF20-6BB96E35C5D3}" destId="{3B5C07A2-87F8-478D-8858-52CB7041F547}" srcOrd="1" destOrd="0" presId="urn:microsoft.com/office/officeart/2018/5/layout/IconLeafLabelList"/>
    <dgm:cxn modelId="{59B5983F-A32A-4373-84D2-A8B1BBC76105}" type="presParOf" srcId="{43C94CAF-49C7-48FA-BF20-6BB96E35C5D3}" destId="{35984B9A-2BF9-4667-A8F5-7C244C84199D}" srcOrd="2" destOrd="0" presId="urn:microsoft.com/office/officeart/2018/5/layout/IconLeafLabelList"/>
    <dgm:cxn modelId="{118CDFBC-E703-45E2-BE24-14F81AB52B5C}" type="presParOf" srcId="{35984B9A-2BF9-4667-A8F5-7C244C84199D}" destId="{0C21C35D-8600-49BF-BB2C-6F4F40065941}" srcOrd="0" destOrd="0" presId="urn:microsoft.com/office/officeart/2018/5/layout/IconLeafLabelList"/>
    <dgm:cxn modelId="{DBB846C6-DF80-4E29-BE7C-DBBC21B92546}" type="presParOf" srcId="{35984B9A-2BF9-4667-A8F5-7C244C84199D}" destId="{5014717C-F267-4B80-91C3-00818ADB73AF}" srcOrd="1" destOrd="0" presId="urn:microsoft.com/office/officeart/2018/5/layout/IconLeafLabelList"/>
    <dgm:cxn modelId="{C2EDAA5F-EDA4-45FC-BE02-F7099228FD91}" type="presParOf" srcId="{35984B9A-2BF9-4667-A8F5-7C244C84199D}" destId="{478EC704-A3C6-4DDF-961B-D86CEBC7996F}" srcOrd="2" destOrd="0" presId="urn:microsoft.com/office/officeart/2018/5/layout/IconLeafLabelList"/>
    <dgm:cxn modelId="{0BD9BE94-D1FF-4EDD-98F2-99CBCD178714}" type="presParOf" srcId="{35984B9A-2BF9-4667-A8F5-7C244C84199D}" destId="{C5CCF815-116A-42EC-B4BE-CBD0EA110F99}" srcOrd="3" destOrd="0" presId="urn:microsoft.com/office/officeart/2018/5/layout/IconLeafLabelList"/>
    <dgm:cxn modelId="{DBB23569-2FB7-41E3-8227-3D510FEE4A15}" type="presParOf" srcId="{43C94CAF-49C7-48FA-BF20-6BB96E35C5D3}" destId="{DB34200A-75D4-44FB-9536-1FA25AF6152C}" srcOrd="3" destOrd="0" presId="urn:microsoft.com/office/officeart/2018/5/layout/IconLeafLabelList"/>
    <dgm:cxn modelId="{E1C6DDE2-C4E8-45AA-A2F9-A69820223FF6}" type="presParOf" srcId="{43C94CAF-49C7-48FA-BF20-6BB96E35C5D3}" destId="{92768273-F007-4911-BAA5-18C1BE0311B3}" srcOrd="4" destOrd="0" presId="urn:microsoft.com/office/officeart/2018/5/layout/IconLeafLabelList"/>
    <dgm:cxn modelId="{CE54D717-D844-4831-BAB1-C57780D2C30C}" type="presParOf" srcId="{92768273-F007-4911-BAA5-18C1BE0311B3}" destId="{AFB69A1F-346F-4B12-AF69-B417E405C8E2}" srcOrd="0" destOrd="0" presId="urn:microsoft.com/office/officeart/2018/5/layout/IconLeafLabelList"/>
    <dgm:cxn modelId="{F71D7059-5C96-4750-AB10-7CB808318701}" type="presParOf" srcId="{92768273-F007-4911-BAA5-18C1BE0311B3}" destId="{A6029479-C1BC-4555-BEFE-4E48C3D306D0}" srcOrd="1" destOrd="0" presId="urn:microsoft.com/office/officeart/2018/5/layout/IconLeafLabelList"/>
    <dgm:cxn modelId="{B42BFC28-50B0-4A12-A474-3A747151D11F}" type="presParOf" srcId="{92768273-F007-4911-BAA5-18C1BE0311B3}" destId="{FA00535B-385D-469B-9F2A-BE9551E0C5BE}" srcOrd="2" destOrd="0" presId="urn:microsoft.com/office/officeart/2018/5/layout/IconLeafLabelList"/>
    <dgm:cxn modelId="{C61D698E-0E4C-46BA-9FFF-47515D4A54B8}" type="presParOf" srcId="{92768273-F007-4911-BAA5-18C1BE0311B3}" destId="{893472D5-56DF-4B12-82CF-FF95A2CD9BBA}" srcOrd="3" destOrd="0" presId="urn:microsoft.com/office/officeart/2018/5/layout/IconLeafLabelList"/>
    <dgm:cxn modelId="{43202FA4-DDB6-4825-AC45-F25349BABC4F}" type="presParOf" srcId="{43C94CAF-49C7-48FA-BF20-6BB96E35C5D3}" destId="{FF66EE5F-7AC1-438B-84DB-B2E090BDBAA1}" srcOrd="5" destOrd="0" presId="urn:microsoft.com/office/officeart/2018/5/layout/IconLeafLabelList"/>
    <dgm:cxn modelId="{EBD9B0AD-3568-451C-ABB9-8854BE3D9CDB}" type="presParOf" srcId="{43C94CAF-49C7-48FA-BF20-6BB96E35C5D3}" destId="{37B1D96F-F41E-4E10-B2CC-60F15E27130B}" srcOrd="6" destOrd="0" presId="urn:microsoft.com/office/officeart/2018/5/layout/IconLeafLabelList"/>
    <dgm:cxn modelId="{9041BAB7-9D66-47FA-8844-0F5B73C3E259}" type="presParOf" srcId="{37B1D96F-F41E-4E10-B2CC-60F15E27130B}" destId="{9F32289A-6FA1-4D2C-847C-2FC5268146A3}" srcOrd="0" destOrd="0" presId="urn:microsoft.com/office/officeart/2018/5/layout/IconLeafLabelList"/>
    <dgm:cxn modelId="{773F396A-8DC5-4D8E-9EE2-9493974530C0}" type="presParOf" srcId="{37B1D96F-F41E-4E10-B2CC-60F15E27130B}" destId="{908D9EB4-656C-40A0-B73E-3435A53B705A}" srcOrd="1" destOrd="0" presId="urn:microsoft.com/office/officeart/2018/5/layout/IconLeafLabelList"/>
    <dgm:cxn modelId="{8DC5714A-7EB0-4BC6-B1AB-81621C8D5D4D}" type="presParOf" srcId="{37B1D96F-F41E-4E10-B2CC-60F15E27130B}" destId="{7CED4003-60A3-44D5-BF91-0E98CCF7CC18}" srcOrd="2" destOrd="0" presId="urn:microsoft.com/office/officeart/2018/5/layout/IconLeafLabelList"/>
    <dgm:cxn modelId="{8D508E89-91A8-4983-A824-9FB606283392}" type="presParOf" srcId="{37B1D96F-F41E-4E10-B2CC-60F15E27130B}" destId="{DA033320-FBF1-48FF-B16E-7539F791661B}" srcOrd="3" destOrd="0" presId="urn:microsoft.com/office/officeart/2018/5/layout/IconLeafLabelList"/>
    <dgm:cxn modelId="{981E162D-C369-4340-909C-5D2DB6A1E894}" type="presParOf" srcId="{43C94CAF-49C7-48FA-BF20-6BB96E35C5D3}" destId="{965853FE-A1F8-48ED-9B48-FC8FB48FAB05}" srcOrd="7" destOrd="0" presId="urn:microsoft.com/office/officeart/2018/5/layout/IconLeafLabelList"/>
    <dgm:cxn modelId="{0FD1C8D5-0BB9-472C-85AD-73CDC33D7941}" type="presParOf" srcId="{43C94CAF-49C7-48FA-BF20-6BB96E35C5D3}" destId="{6310680F-0C84-4535-A409-4E674D308D7B}" srcOrd="8" destOrd="0" presId="urn:microsoft.com/office/officeart/2018/5/layout/IconLeafLabelList"/>
    <dgm:cxn modelId="{0FB78F3D-F934-41B9-8451-93F10D3CDBAA}" type="presParOf" srcId="{6310680F-0C84-4535-A409-4E674D308D7B}" destId="{81AE014B-A35D-4030-87FA-FC4614D5347D}" srcOrd="0" destOrd="0" presId="urn:microsoft.com/office/officeart/2018/5/layout/IconLeafLabelList"/>
    <dgm:cxn modelId="{0992177F-8536-43AB-88DA-1FCF59D8E7AC}" type="presParOf" srcId="{6310680F-0C84-4535-A409-4E674D308D7B}" destId="{7B896B97-A707-4DC0-A562-6A27946EFB93}" srcOrd="1" destOrd="0" presId="urn:microsoft.com/office/officeart/2018/5/layout/IconLeafLabelList"/>
    <dgm:cxn modelId="{D2776732-AFDC-4574-B8F7-90366C69611B}" type="presParOf" srcId="{6310680F-0C84-4535-A409-4E674D308D7B}" destId="{A068318E-462A-4B13-87C0-59BC42BA54AC}" srcOrd="2" destOrd="0" presId="urn:microsoft.com/office/officeart/2018/5/layout/IconLeafLabelList"/>
    <dgm:cxn modelId="{25614DF4-334C-401D-83D0-1A76F805745E}" type="presParOf" srcId="{6310680F-0C84-4535-A409-4E674D308D7B}" destId="{1D0DE754-E9D0-4048-B2B6-A70FF0AC7182}" srcOrd="3" destOrd="0" presId="urn:microsoft.com/office/officeart/2018/5/layout/IconLeafLabel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68C2AD-3F03-401E-85EF-C48B91EF5D0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2672C4EF-1A85-453D-B187-5D67C9075B7B}">
      <dgm:prSet/>
      <dgm:spPr/>
      <dgm:t>
        <a:bodyPr/>
        <a:lstStyle/>
        <a:p>
          <a:r>
            <a:rPr lang="en-US"/>
            <a:t>Fixed-effects panel regression</a:t>
          </a:r>
        </a:p>
      </dgm:t>
    </dgm:pt>
    <dgm:pt modelId="{6510E71F-9A95-411F-B165-847D38503F0A}" type="parTrans" cxnId="{A5A5B392-8193-418C-94B6-DBE387F2297A}">
      <dgm:prSet/>
      <dgm:spPr/>
      <dgm:t>
        <a:bodyPr/>
        <a:lstStyle/>
        <a:p>
          <a:endParaRPr lang="en-US"/>
        </a:p>
      </dgm:t>
    </dgm:pt>
    <dgm:pt modelId="{E8F3C4B8-34CA-4299-A946-8668A58C8467}" type="sibTrans" cxnId="{A5A5B392-8193-418C-94B6-DBE387F2297A}">
      <dgm:prSet/>
      <dgm:spPr/>
      <dgm:t>
        <a:bodyPr/>
        <a:lstStyle/>
        <a:p>
          <a:endParaRPr lang="en-US"/>
        </a:p>
      </dgm:t>
    </dgm:pt>
    <dgm:pt modelId="{CB4FD719-534E-4FF3-902C-79057C2A370E}">
      <dgm:prSet/>
      <dgm:spPr/>
      <dgm:t>
        <a:bodyPr/>
        <a:lstStyle/>
        <a:p>
          <a:r>
            <a:rPr lang="en-US"/>
            <a:t>Clustered standard errors</a:t>
          </a:r>
        </a:p>
      </dgm:t>
    </dgm:pt>
    <dgm:pt modelId="{83DE5AA5-6062-45E8-8E1B-F91D422E52CD}" type="parTrans" cxnId="{4DAC603A-9844-429B-86C6-0C568DB8BF56}">
      <dgm:prSet/>
      <dgm:spPr/>
      <dgm:t>
        <a:bodyPr/>
        <a:lstStyle/>
        <a:p>
          <a:endParaRPr lang="en-US"/>
        </a:p>
      </dgm:t>
    </dgm:pt>
    <dgm:pt modelId="{134DF873-DA90-4568-BA59-67D0D2F2093E}" type="sibTrans" cxnId="{4DAC603A-9844-429B-86C6-0C568DB8BF56}">
      <dgm:prSet/>
      <dgm:spPr/>
      <dgm:t>
        <a:bodyPr/>
        <a:lstStyle/>
        <a:p>
          <a:endParaRPr lang="en-US"/>
        </a:p>
      </dgm:t>
    </dgm:pt>
    <dgm:pt modelId="{9073F0A3-D02E-4FA5-8BA3-62632EE54E98}">
      <dgm:prSet/>
      <dgm:spPr/>
      <dgm:t>
        <a:bodyPr/>
        <a:lstStyle/>
        <a:p>
          <a:r>
            <a:rPr lang="en-US"/>
            <a:t>Bootstrap resampling (1,000 samples)</a:t>
          </a:r>
        </a:p>
      </dgm:t>
    </dgm:pt>
    <dgm:pt modelId="{3AD619A8-47F1-401C-84D7-7F8BF98FF825}" type="parTrans" cxnId="{CA766854-B3C7-4461-87DF-CFEDF30AAF36}">
      <dgm:prSet/>
      <dgm:spPr/>
      <dgm:t>
        <a:bodyPr/>
        <a:lstStyle/>
        <a:p>
          <a:endParaRPr lang="en-US"/>
        </a:p>
      </dgm:t>
    </dgm:pt>
    <dgm:pt modelId="{12A8C1BC-3F99-4683-9583-89F28FEB75E8}" type="sibTrans" cxnId="{CA766854-B3C7-4461-87DF-CFEDF30AAF36}">
      <dgm:prSet/>
      <dgm:spPr/>
      <dgm:t>
        <a:bodyPr/>
        <a:lstStyle/>
        <a:p>
          <a:endParaRPr lang="en-US"/>
        </a:p>
      </dgm:t>
    </dgm:pt>
    <dgm:pt modelId="{7697B1A4-64DF-40AF-A52E-6F57C21327F4}">
      <dgm:prSet/>
      <dgm:spPr/>
      <dgm:t>
        <a:bodyPr/>
        <a:lstStyle/>
        <a:p>
          <a:r>
            <a:rPr lang="en-US"/>
            <a:t>Jackknife cross-country stability test</a:t>
          </a:r>
        </a:p>
      </dgm:t>
    </dgm:pt>
    <dgm:pt modelId="{7170BFF6-1EAB-4FAB-B41E-208524187DA5}" type="parTrans" cxnId="{97134531-88BF-4773-9957-FEDC52B1E35D}">
      <dgm:prSet/>
      <dgm:spPr/>
      <dgm:t>
        <a:bodyPr/>
        <a:lstStyle/>
        <a:p>
          <a:endParaRPr lang="en-US"/>
        </a:p>
      </dgm:t>
    </dgm:pt>
    <dgm:pt modelId="{B9FD8894-6A74-45DC-82FA-C7001764B051}" type="sibTrans" cxnId="{97134531-88BF-4773-9957-FEDC52B1E35D}">
      <dgm:prSet/>
      <dgm:spPr/>
      <dgm:t>
        <a:bodyPr/>
        <a:lstStyle/>
        <a:p>
          <a:endParaRPr lang="en-US"/>
        </a:p>
      </dgm:t>
    </dgm:pt>
    <dgm:pt modelId="{347B2057-60F8-45DC-B44F-15D0DE196A23}">
      <dgm:prSet/>
      <dgm:spPr/>
      <dgm:t>
        <a:bodyPr/>
        <a:lstStyle/>
        <a:p>
          <a:r>
            <a:rPr lang="en-US"/>
            <a:t>Distributed-lag estimation</a:t>
          </a:r>
        </a:p>
      </dgm:t>
    </dgm:pt>
    <dgm:pt modelId="{ECE770A7-F6B5-4F14-8379-2110D8A2BE03}" type="parTrans" cxnId="{B8475E39-E9DD-4FA4-908F-97E8005FB6B3}">
      <dgm:prSet/>
      <dgm:spPr/>
      <dgm:t>
        <a:bodyPr/>
        <a:lstStyle/>
        <a:p>
          <a:endParaRPr lang="en-US"/>
        </a:p>
      </dgm:t>
    </dgm:pt>
    <dgm:pt modelId="{792305A5-FD2C-4B51-83AF-4B1358DD53BD}" type="sibTrans" cxnId="{B8475E39-E9DD-4FA4-908F-97E8005FB6B3}">
      <dgm:prSet/>
      <dgm:spPr/>
      <dgm:t>
        <a:bodyPr/>
        <a:lstStyle/>
        <a:p>
          <a:endParaRPr lang="en-US"/>
        </a:p>
      </dgm:t>
    </dgm:pt>
    <dgm:pt modelId="{C020A9B5-B866-D549-90F2-C26753638E2B}" type="pres">
      <dgm:prSet presAssocID="{C268C2AD-3F03-401E-85EF-C48B91EF5D0D}" presName="outerComposite" presStyleCnt="0">
        <dgm:presLayoutVars>
          <dgm:chMax val="5"/>
          <dgm:dir/>
          <dgm:resizeHandles val="exact"/>
        </dgm:presLayoutVars>
      </dgm:prSet>
      <dgm:spPr/>
    </dgm:pt>
    <dgm:pt modelId="{1C5E9C1B-EC50-2E4C-8481-39579E9D6D35}" type="pres">
      <dgm:prSet presAssocID="{C268C2AD-3F03-401E-85EF-C48B91EF5D0D}" presName="dummyMaxCanvas" presStyleCnt="0">
        <dgm:presLayoutVars/>
      </dgm:prSet>
      <dgm:spPr/>
    </dgm:pt>
    <dgm:pt modelId="{5DE5F8F2-5732-D147-9CD9-CEE25E5352A9}" type="pres">
      <dgm:prSet presAssocID="{C268C2AD-3F03-401E-85EF-C48B91EF5D0D}" presName="FiveNodes_1" presStyleLbl="node1" presStyleIdx="0" presStyleCnt="5">
        <dgm:presLayoutVars>
          <dgm:bulletEnabled val="1"/>
        </dgm:presLayoutVars>
      </dgm:prSet>
      <dgm:spPr/>
    </dgm:pt>
    <dgm:pt modelId="{684AAB0B-28BF-5042-AC07-B87E82334B10}" type="pres">
      <dgm:prSet presAssocID="{C268C2AD-3F03-401E-85EF-C48B91EF5D0D}" presName="FiveNodes_2" presStyleLbl="node1" presStyleIdx="1" presStyleCnt="5">
        <dgm:presLayoutVars>
          <dgm:bulletEnabled val="1"/>
        </dgm:presLayoutVars>
      </dgm:prSet>
      <dgm:spPr/>
    </dgm:pt>
    <dgm:pt modelId="{AAB9B9AB-745A-2444-B883-C1246EF3A995}" type="pres">
      <dgm:prSet presAssocID="{C268C2AD-3F03-401E-85EF-C48B91EF5D0D}" presName="FiveNodes_3" presStyleLbl="node1" presStyleIdx="2" presStyleCnt="5">
        <dgm:presLayoutVars>
          <dgm:bulletEnabled val="1"/>
        </dgm:presLayoutVars>
      </dgm:prSet>
      <dgm:spPr/>
    </dgm:pt>
    <dgm:pt modelId="{8B9C8131-6E9C-E045-8471-CA621FFF9919}" type="pres">
      <dgm:prSet presAssocID="{C268C2AD-3F03-401E-85EF-C48B91EF5D0D}" presName="FiveNodes_4" presStyleLbl="node1" presStyleIdx="3" presStyleCnt="5">
        <dgm:presLayoutVars>
          <dgm:bulletEnabled val="1"/>
        </dgm:presLayoutVars>
      </dgm:prSet>
      <dgm:spPr/>
    </dgm:pt>
    <dgm:pt modelId="{8A618F07-5E42-454D-9C48-4092FF364174}" type="pres">
      <dgm:prSet presAssocID="{C268C2AD-3F03-401E-85EF-C48B91EF5D0D}" presName="FiveNodes_5" presStyleLbl="node1" presStyleIdx="4" presStyleCnt="5">
        <dgm:presLayoutVars>
          <dgm:bulletEnabled val="1"/>
        </dgm:presLayoutVars>
      </dgm:prSet>
      <dgm:spPr/>
    </dgm:pt>
    <dgm:pt modelId="{AB8C3EA3-7BC1-3F4A-AD84-5334D7C08BD5}" type="pres">
      <dgm:prSet presAssocID="{C268C2AD-3F03-401E-85EF-C48B91EF5D0D}" presName="FiveConn_1-2" presStyleLbl="fgAccFollowNode1" presStyleIdx="0" presStyleCnt="4">
        <dgm:presLayoutVars>
          <dgm:bulletEnabled val="1"/>
        </dgm:presLayoutVars>
      </dgm:prSet>
      <dgm:spPr/>
    </dgm:pt>
    <dgm:pt modelId="{8B535581-FB5E-7147-B3DC-A14F132B31E5}" type="pres">
      <dgm:prSet presAssocID="{C268C2AD-3F03-401E-85EF-C48B91EF5D0D}" presName="FiveConn_2-3" presStyleLbl="fgAccFollowNode1" presStyleIdx="1" presStyleCnt="4">
        <dgm:presLayoutVars>
          <dgm:bulletEnabled val="1"/>
        </dgm:presLayoutVars>
      </dgm:prSet>
      <dgm:spPr/>
    </dgm:pt>
    <dgm:pt modelId="{76E322C3-C29B-5745-9D63-13D5A45DD9AF}" type="pres">
      <dgm:prSet presAssocID="{C268C2AD-3F03-401E-85EF-C48B91EF5D0D}" presName="FiveConn_3-4" presStyleLbl="fgAccFollowNode1" presStyleIdx="2" presStyleCnt="4">
        <dgm:presLayoutVars>
          <dgm:bulletEnabled val="1"/>
        </dgm:presLayoutVars>
      </dgm:prSet>
      <dgm:spPr/>
    </dgm:pt>
    <dgm:pt modelId="{273B330D-2868-AA42-B6D0-7D2FC6CA0758}" type="pres">
      <dgm:prSet presAssocID="{C268C2AD-3F03-401E-85EF-C48B91EF5D0D}" presName="FiveConn_4-5" presStyleLbl="fgAccFollowNode1" presStyleIdx="3" presStyleCnt="4">
        <dgm:presLayoutVars>
          <dgm:bulletEnabled val="1"/>
        </dgm:presLayoutVars>
      </dgm:prSet>
      <dgm:spPr/>
    </dgm:pt>
    <dgm:pt modelId="{6A3BA269-2143-8640-8D1E-B13C50532CAC}" type="pres">
      <dgm:prSet presAssocID="{C268C2AD-3F03-401E-85EF-C48B91EF5D0D}" presName="FiveNodes_1_text" presStyleLbl="node1" presStyleIdx="4" presStyleCnt="5">
        <dgm:presLayoutVars>
          <dgm:bulletEnabled val="1"/>
        </dgm:presLayoutVars>
      </dgm:prSet>
      <dgm:spPr/>
    </dgm:pt>
    <dgm:pt modelId="{3D91B1C0-A3CE-F240-8DE7-2663C0C1D5CD}" type="pres">
      <dgm:prSet presAssocID="{C268C2AD-3F03-401E-85EF-C48B91EF5D0D}" presName="FiveNodes_2_text" presStyleLbl="node1" presStyleIdx="4" presStyleCnt="5">
        <dgm:presLayoutVars>
          <dgm:bulletEnabled val="1"/>
        </dgm:presLayoutVars>
      </dgm:prSet>
      <dgm:spPr/>
    </dgm:pt>
    <dgm:pt modelId="{860F3CCC-61BF-FB49-8F94-631F2F8EC0E6}" type="pres">
      <dgm:prSet presAssocID="{C268C2AD-3F03-401E-85EF-C48B91EF5D0D}" presName="FiveNodes_3_text" presStyleLbl="node1" presStyleIdx="4" presStyleCnt="5">
        <dgm:presLayoutVars>
          <dgm:bulletEnabled val="1"/>
        </dgm:presLayoutVars>
      </dgm:prSet>
      <dgm:spPr/>
    </dgm:pt>
    <dgm:pt modelId="{72B20ACE-7A8A-8F48-8899-26BF2C5FEB8B}" type="pres">
      <dgm:prSet presAssocID="{C268C2AD-3F03-401E-85EF-C48B91EF5D0D}" presName="FiveNodes_4_text" presStyleLbl="node1" presStyleIdx="4" presStyleCnt="5">
        <dgm:presLayoutVars>
          <dgm:bulletEnabled val="1"/>
        </dgm:presLayoutVars>
      </dgm:prSet>
      <dgm:spPr/>
    </dgm:pt>
    <dgm:pt modelId="{EBCDFD4E-D253-9749-8CFF-86747C00E859}" type="pres">
      <dgm:prSet presAssocID="{C268C2AD-3F03-401E-85EF-C48B91EF5D0D}" presName="FiveNodes_5_text" presStyleLbl="node1" presStyleIdx="4" presStyleCnt="5">
        <dgm:presLayoutVars>
          <dgm:bulletEnabled val="1"/>
        </dgm:presLayoutVars>
      </dgm:prSet>
      <dgm:spPr/>
    </dgm:pt>
  </dgm:ptLst>
  <dgm:cxnLst>
    <dgm:cxn modelId="{49FB8716-999E-CE4E-91E8-269C187C3B9F}" type="presOf" srcId="{CB4FD719-534E-4FF3-902C-79057C2A370E}" destId="{684AAB0B-28BF-5042-AC07-B87E82334B10}" srcOrd="0" destOrd="0" presId="urn:microsoft.com/office/officeart/2005/8/layout/vProcess5"/>
    <dgm:cxn modelId="{88DA4218-A88C-C74D-A564-7E637DF2F611}" type="presOf" srcId="{CB4FD719-534E-4FF3-902C-79057C2A370E}" destId="{3D91B1C0-A3CE-F240-8DE7-2663C0C1D5CD}" srcOrd="1" destOrd="0" presId="urn:microsoft.com/office/officeart/2005/8/layout/vProcess5"/>
    <dgm:cxn modelId="{C7BC171D-47D8-A14B-9F1C-1AC0B7243990}" type="presOf" srcId="{C268C2AD-3F03-401E-85EF-C48B91EF5D0D}" destId="{C020A9B5-B866-D549-90F2-C26753638E2B}" srcOrd="0" destOrd="0" presId="urn:microsoft.com/office/officeart/2005/8/layout/vProcess5"/>
    <dgm:cxn modelId="{0358692D-0FCC-1D41-9D76-E5DFB4CC53DC}" type="presOf" srcId="{9073F0A3-D02E-4FA5-8BA3-62632EE54E98}" destId="{AAB9B9AB-745A-2444-B883-C1246EF3A995}" srcOrd="0" destOrd="0" presId="urn:microsoft.com/office/officeart/2005/8/layout/vProcess5"/>
    <dgm:cxn modelId="{97134531-88BF-4773-9957-FEDC52B1E35D}" srcId="{C268C2AD-3F03-401E-85EF-C48B91EF5D0D}" destId="{7697B1A4-64DF-40AF-A52E-6F57C21327F4}" srcOrd="3" destOrd="0" parTransId="{7170BFF6-1EAB-4FAB-B41E-208524187DA5}" sibTransId="{B9FD8894-6A74-45DC-82FA-C7001764B051}"/>
    <dgm:cxn modelId="{179F5438-40B6-DA4C-B8DE-2F518FD9801C}" type="presOf" srcId="{12A8C1BC-3F99-4683-9583-89F28FEB75E8}" destId="{76E322C3-C29B-5745-9D63-13D5A45DD9AF}" srcOrd="0" destOrd="0" presId="urn:microsoft.com/office/officeart/2005/8/layout/vProcess5"/>
    <dgm:cxn modelId="{B8475E39-E9DD-4FA4-908F-97E8005FB6B3}" srcId="{C268C2AD-3F03-401E-85EF-C48B91EF5D0D}" destId="{347B2057-60F8-45DC-B44F-15D0DE196A23}" srcOrd="4" destOrd="0" parTransId="{ECE770A7-F6B5-4F14-8379-2110D8A2BE03}" sibTransId="{792305A5-FD2C-4B51-83AF-4B1358DD53BD}"/>
    <dgm:cxn modelId="{4DAC603A-9844-429B-86C6-0C568DB8BF56}" srcId="{C268C2AD-3F03-401E-85EF-C48B91EF5D0D}" destId="{CB4FD719-534E-4FF3-902C-79057C2A370E}" srcOrd="1" destOrd="0" parTransId="{83DE5AA5-6062-45E8-8E1B-F91D422E52CD}" sibTransId="{134DF873-DA90-4568-BA59-67D0D2F2093E}"/>
    <dgm:cxn modelId="{08282142-0214-1C40-9B46-E0DA8B73C28E}" type="presOf" srcId="{7697B1A4-64DF-40AF-A52E-6F57C21327F4}" destId="{72B20ACE-7A8A-8F48-8899-26BF2C5FEB8B}" srcOrd="1" destOrd="0" presId="urn:microsoft.com/office/officeart/2005/8/layout/vProcess5"/>
    <dgm:cxn modelId="{DAA58E53-DA87-FA4E-BF79-F59694A23DB0}" type="presOf" srcId="{2672C4EF-1A85-453D-B187-5D67C9075B7B}" destId="{5DE5F8F2-5732-D147-9CD9-CEE25E5352A9}" srcOrd="0" destOrd="0" presId="urn:microsoft.com/office/officeart/2005/8/layout/vProcess5"/>
    <dgm:cxn modelId="{CA766854-B3C7-4461-87DF-CFEDF30AAF36}" srcId="{C268C2AD-3F03-401E-85EF-C48B91EF5D0D}" destId="{9073F0A3-D02E-4FA5-8BA3-62632EE54E98}" srcOrd="2" destOrd="0" parTransId="{3AD619A8-47F1-401C-84D7-7F8BF98FF825}" sibTransId="{12A8C1BC-3F99-4683-9583-89F28FEB75E8}"/>
    <dgm:cxn modelId="{825E7F58-7090-4940-9ABA-CD7B13B1F1F1}" type="presOf" srcId="{9073F0A3-D02E-4FA5-8BA3-62632EE54E98}" destId="{860F3CCC-61BF-FB49-8F94-631F2F8EC0E6}" srcOrd="1" destOrd="0" presId="urn:microsoft.com/office/officeart/2005/8/layout/vProcess5"/>
    <dgm:cxn modelId="{3D9A7575-E9EE-6E40-8D48-96645FF13ED4}" type="presOf" srcId="{134DF873-DA90-4568-BA59-67D0D2F2093E}" destId="{8B535581-FB5E-7147-B3DC-A14F132B31E5}" srcOrd="0" destOrd="0" presId="urn:microsoft.com/office/officeart/2005/8/layout/vProcess5"/>
    <dgm:cxn modelId="{8878E075-CF61-5F4B-B3E6-E72F83DBDC78}" type="presOf" srcId="{B9FD8894-6A74-45DC-82FA-C7001764B051}" destId="{273B330D-2868-AA42-B6D0-7D2FC6CA0758}" srcOrd="0" destOrd="0" presId="urn:microsoft.com/office/officeart/2005/8/layout/vProcess5"/>
    <dgm:cxn modelId="{561EC47A-9F50-B64C-8BBC-171D83C7F283}" type="presOf" srcId="{7697B1A4-64DF-40AF-A52E-6F57C21327F4}" destId="{8B9C8131-6E9C-E045-8471-CA621FFF9919}" srcOrd="0" destOrd="0" presId="urn:microsoft.com/office/officeart/2005/8/layout/vProcess5"/>
    <dgm:cxn modelId="{B4385381-EBB5-744F-87C6-B30865A25F5D}" type="presOf" srcId="{347B2057-60F8-45DC-B44F-15D0DE196A23}" destId="{8A618F07-5E42-454D-9C48-4092FF364174}" srcOrd="0" destOrd="0" presId="urn:microsoft.com/office/officeart/2005/8/layout/vProcess5"/>
    <dgm:cxn modelId="{A5A5B392-8193-418C-94B6-DBE387F2297A}" srcId="{C268C2AD-3F03-401E-85EF-C48B91EF5D0D}" destId="{2672C4EF-1A85-453D-B187-5D67C9075B7B}" srcOrd="0" destOrd="0" parTransId="{6510E71F-9A95-411F-B165-847D38503F0A}" sibTransId="{E8F3C4B8-34CA-4299-A946-8668A58C8467}"/>
    <dgm:cxn modelId="{32C12CAB-BC24-494F-AE1C-A74E668F9F37}" type="presOf" srcId="{E8F3C4B8-34CA-4299-A946-8668A58C8467}" destId="{AB8C3EA3-7BC1-3F4A-AD84-5334D7C08BD5}" srcOrd="0" destOrd="0" presId="urn:microsoft.com/office/officeart/2005/8/layout/vProcess5"/>
    <dgm:cxn modelId="{DB2CBEB1-2D50-8B44-90FD-700D767AC64F}" type="presOf" srcId="{347B2057-60F8-45DC-B44F-15D0DE196A23}" destId="{EBCDFD4E-D253-9749-8CFF-86747C00E859}" srcOrd="1" destOrd="0" presId="urn:microsoft.com/office/officeart/2005/8/layout/vProcess5"/>
    <dgm:cxn modelId="{9C7714E9-8290-1F4C-B05A-0C56414903CE}" type="presOf" srcId="{2672C4EF-1A85-453D-B187-5D67C9075B7B}" destId="{6A3BA269-2143-8640-8D1E-B13C50532CAC}" srcOrd="1" destOrd="0" presId="urn:microsoft.com/office/officeart/2005/8/layout/vProcess5"/>
    <dgm:cxn modelId="{B98C9CCD-437A-BC40-8867-ABFF9B7AA447}" type="presParOf" srcId="{C020A9B5-B866-D549-90F2-C26753638E2B}" destId="{1C5E9C1B-EC50-2E4C-8481-39579E9D6D35}" srcOrd="0" destOrd="0" presId="urn:microsoft.com/office/officeart/2005/8/layout/vProcess5"/>
    <dgm:cxn modelId="{32808D12-296E-C140-9BDF-26492CB547DC}" type="presParOf" srcId="{C020A9B5-B866-D549-90F2-C26753638E2B}" destId="{5DE5F8F2-5732-D147-9CD9-CEE25E5352A9}" srcOrd="1" destOrd="0" presId="urn:microsoft.com/office/officeart/2005/8/layout/vProcess5"/>
    <dgm:cxn modelId="{F8A7DD1F-A541-8340-A046-B8587F29E022}" type="presParOf" srcId="{C020A9B5-B866-D549-90F2-C26753638E2B}" destId="{684AAB0B-28BF-5042-AC07-B87E82334B10}" srcOrd="2" destOrd="0" presId="urn:microsoft.com/office/officeart/2005/8/layout/vProcess5"/>
    <dgm:cxn modelId="{DFE6E8B9-19BA-FC4B-B5EB-AF888215FBD1}" type="presParOf" srcId="{C020A9B5-B866-D549-90F2-C26753638E2B}" destId="{AAB9B9AB-745A-2444-B883-C1246EF3A995}" srcOrd="3" destOrd="0" presId="urn:microsoft.com/office/officeart/2005/8/layout/vProcess5"/>
    <dgm:cxn modelId="{6FE91819-6E33-224C-B204-7085C3DB359C}" type="presParOf" srcId="{C020A9B5-B866-D549-90F2-C26753638E2B}" destId="{8B9C8131-6E9C-E045-8471-CA621FFF9919}" srcOrd="4" destOrd="0" presId="urn:microsoft.com/office/officeart/2005/8/layout/vProcess5"/>
    <dgm:cxn modelId="{6AFEE9CC-11EE-F44A-9C03-961D57F447E2}" type="presParOf" srcId="{C020A9B5-B866-D549-90F2-C26753638E2B}" destId="{8A618F07-5E42-454D-9C48-4092FF364174}" srcOrd="5" destOrd="0" presId="urn:microsoft.com/office/officeart/2005/8/layout/vProcess5"/>
    <dgm:cxn modelId="{414442E5-114D-E041-9AD0-516F5CDD88BA}" type="presParOf" srcId="{C020A9B5-B866-D549-90F2-C26753638E2B}" destId="{AB8C3EA3-7BC1-3F4A-AD84-5334D7C08BD5}" srcOrd="6" destOrd="0" presId="urn:microsoft.com/office/officeart/2005/8/layout/vProcess5"/>
    <dgm:cxn modelId="{C8CC833C-C850-724D-9FB6-F043C1200900}" type="presParOf" srcId="{C020A9B5-B866-D549-90F2-C26753638E2B}" destId="{8B535581-FB5E-7147-B3DC-A14F132B31E5}" srcOrd="7" destOrd="0" presId="urn:microsoft.com/office/officeart/2005/8/layout/vProcess5"/>
    <dgm:cxn modelId="{6E44D46E-54C6-0E47-9147-C092C1322FD8}" type="presParOf" srcId="{C020A9B5-B866-D549-90F2-C26753638E2B}" destId="{76E322C3-C29B-5745-9D63-13D5A45DD9AF}" srcOrd="8" destOrd="0" presId="urn:microsoft.com/office/officeart/2005/8/layout/vProcess5"/>
    <dgm:cxn modelId="{B36F01F8-3D3E-FE4D-B723-3BC9A188CA91}" type="presParOf" srcId="{C020A9B5-B866-D549-90F2-C26753638E2B}" destId="{273B330D-2868-AA42-B6D0-7D2FC6CA0758}" srcOrd="9" destOrd="0" presId="urn:microsoft.com/office/officeart/2005/8/layout/vProcess5"/>
    <dgm:cxn modelId="{E89BE3BD-6BDE-4145-85AA-989EB233765F}" type="presParOf" srcId="{C020A9B5-B866-D549-90F2-C26753638E2B}" destId="{6A3BA269-2143-8640-8D1E-B13C50532CAC}" srcOrd="10" destOrd="0" presId="urn:microsoft.com/office/officeart/2005/8/layout/vProcess5"/>
    <dgm:cxn modelId="{71F2FB71-78E8-A449-91DE-5B18721C1DFC}" type="presParOf" srcId="{C020A9B5-B866-D549-90F2-C26753638E2B}" destId="{3D91B1C0-A3CE-F240-8DE7-2663C0C1D5CD}" srcOrd="11" destOrd="0" presId="urn:microsoft.com/office/officeart/2005/8/layout/vProcess5"/>
    <dgm:cxn modelId="{A8873722-DFB0-434D-A072-E6014D612568}" type="presParOf" srcId="{C020A9B5-B866-D549-90F2-C26753638E2B}" destId="{860F3CCC-61BF-FB49-8F94-631F2F8EC0E6}" srcOrd="12" destOrd="0" presId="urn:microsoft.com/office/officeart/2005/8/layout/vProcess5"/>
    <dgm:cxn modelId="{F87E2E8D-7217-8349-82D9-DE987149FE9C}" type="presParOf" srcId="{C020A9B5-B866-D549-90F2-C26753638E2B}" destId="{72B20ACE-7A8A-8F48-8899-26BF2C5FEB8B}" srcOrd="13" destOrd="0" presId="urn:microsoft.com/office/officeart/2005/8/layout/vProcess5"/>
    <dgm:cxn modelId="{C3C6307D-986C-0140-8AFF-CC90EFE226F8}" type="presParOf" srcId="{C020A9B5-B866-D549-90F2-C26753638E2B}" destId="{EBCDFD4E-D253-9749-8CFF-86747C00E859}" srcOrd="14"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5E2363A-8A44-4895-BB76-C792BD9FC129}"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127FE331-7A6E-49F3-9323-E9F0AF29A3AD}">
      <dgm:prSet/>
      <dgm:spPr/>
      <dgm:t>
        <a:bodyPr/>
        <a:lstStyle/>
        <a:p>
          <a:r>
            <a:rPr lang="en-US"/>
            <a:t>Negative coefficient on lagged testing</a:t>
          </a:r>
        </a:p>
      </dgm:t>
    </dgm:pt>
    <dgm:pt modelId="{231E3D5E-2101-4AED-864B-5B2753BA3687}" type="parTrans" cxnId="{F11783E9-C672-4F59-BE3B-11F959F0B608}">
      <dgm:prSet/>
      <dgm:spPr/>
      <dgm:t>
        <a:bodyPr/>
        <a:lstStyle/>
        <a:p>
          <a:endParaRPr lang="en-US"/>
        </a:p>
      </dgm:t>
    </dgm:pt>
    <dgm:pt modelId="{C911B18A-9258-475E-9123-53DBD7B90618}" type="sibTrans" cxnId="{F11783E9-C672-4F59-BE3B-11F959F0B608}">
      <dgm:prSet/>
      <dgm:spPr/>
      <dgm:t>
        <a:bodyPr/>
        <a:lstStyle/>
        <a:p>
          <a:endParaRPr lang="en-US"/>
        </a:p>
      </dgm:t>
    </dgm:pt>
    <dgm:pt modelId="{70DCE1B2-F80E-4D32-B5BD-915849F3E5D4}">
      <dgm:prSet/>
      <dgm:spPr/>
      <dgm:t>
        <a:bodyPr/>
        <a:lstStyle/>
        <a:p>
          <a:r>
            <a:rPr lang="en-US"/>
            <a:t>Consistent across models</a:t>
          </a:r>
        </a:p>
      </dgm:t>
    </dgm:pt>
    <dgm:pt modelId="{E3B86652-462F-47BD-9684-475BF61C0D40}" type="parTrans" cxnId="{AA642D34-244A-4795-9EE7-B9A660CD5C69}">
      <dgm:prSet/>
      <dgm:spPr/>
      <dgm:t>
        <a:bodyPr/>
        <a:lstStyle/>
        <a:p>
          <a:endParaRPr lang="en-US"/>
        </a:p>
      </dgm:t>
    </dgm:pt>
    <dgm:pt modelId="{562EC841-759A-44A6-8169-76103C163566}" type="sibTrans" cxnId="{AA642D34-244A-4795-9EE7-B9A660CD5C69}">
      <dgm:prSet/>
      <dgm:spPr/>
      <dgm:t>
        <a:bodyPr/>
        <a:lstStyle/>
        <a:p>
          <a:endParaRPr lang="en-US"/>
        </a:p>
      </dgm:t>
    </dgm:pt>
    <dgm:pt modelId="{3B6BA73A-3C92-4D49-B46D-7F264166E258}">
      <dgm:prSet/>
      <dgm:spPr/>
      <dgm:t>
        <a:bodyPr/>
        <a:lstStyle/>
        <a:p>
          <a:r>
            <a:rPr lang="en-US"/>
            <a:t>Effects appear after ~7 days</a:t>
          </a:r>
        </a:p>
      </dgm:t>
    </dgm:pt>
    <dgm:pt modelId="{0DC20FFF-A7D0-4518-957A-FB232BB4C5BA}" type="parTrans" cxnId="{3C24A96E-3D09-40D0-AC5C-AA151A378593}">
      <dgm:prSet/>
      <dgm:spPr/>
      <dgm:t>
        <a:bodyPr/>
        <a:lstStyle/>
        <a:p>
          <a:endParaRPr lang="en-US"/>
        </a:p>
      </dgm:t>
    </dgm:pt>
    <dgm:pt modelId="{0031540E-2117-40AE-A31E-08B7BC80A6AC}" type="sibTrans" cxnId="{3C24A96E-3D09-40D0-AC5C-AA151A378593}">
      <dgm:prSet/>
      <dgm:spPr/>
      <dgm:t>
        <a:bodyPr/>
        <a:lstStyle/>
        <a:p>
          <a:endParaRPr lang="en-US"/>
        </a:p>
      </dgm:t>
    </dgm:pt>
    <dgm:pt modelId="{C32B1E6A-A806-E94B-99C9-88A4199F32C4}" type="pres">
      <dgm:prSet presAssocID="{C5E2363A-8A44-4895-BB76-C792BD9FC129}" presName="diagram" presStyleCnt="0">
        <dgm:presLayoutVars>
          <dgm:chPref val="1"/>
          <dgm:dir/>
          <dgm:animOne val="branch"/>
          <dgm:animLvl val="lvl"/>
          <dgm:resizeHandles/>
        </dgm:presLayoutVars>
      </dgm:prSet>
      <dgm:spPr/>
    </dgm:pt>
    <dgm:pt modelId="{59D8E970-73FB-FD4B-9999-9AD300FB3412}" type="pres">
      <dgm:prSet presAssocID="{127FE331-7A6E-49F3-9323-E9F0AF29A3AD}" presName="root" presStyleCnt="0"/>
      <dgm:spPr/>
    </dgm:pt>
    <dgm:pt modelId="{9C8970DB-8863-C543-A772-E6E801F68962}" type="pres">
      <dgm:prSet presAssocID="{127FE331-7A6E-49F3-9323-E9F0AF29A3AD}" presName="rootComposite" presStyleCnt="0"/>
      <dgm:spPr/>
    </dgm:pt>
    <dgm:pt modelId="{948FC76C-DC59-0C4E-86F8-DE20315B3E22}" type="pres">
      <dgm:prSet presAssocID="{127FE331-7A6E-49F3-9323-E9F0AF29A3AD}" presName="rootText" presStyleLbl="node1" presStyleIdx="0" presStyleCnt="3"/>
      <dgm:spPr/>
    </dgm:pt>
    <dgm:pt modelId="{0FB52FC6-DA38-2046-B9C1-5F06ED2D8C36}" type="pres">
      <dgm:prSet presAssocID="{127FE331-7A6E-49F3-9323-E9F0AF29A3AD}" presName="rootConnector" presStyleLbl="node1" presStyleIdx="0" presStyleCnt="3"/>
      <dgm:spPr/>
    </dgm:pt>
    <dgm:pt modelId="{1F9C49F3-8FB0-8940-A0E5-358462990DB4}" type="pres">
      <dgm:prSet presAssocID="{127FE331-7A6E-49F3-9323-E9F0AF29A3AD}" presName="childShape" presStyleCnt="0"/>
      <dgm:spPr/>
    </dgm:pt>
    <dgm:pt modelId="{014010F9-5902-BB4D-908C-061B9A10AD8F}" type="pres">
      <dgm:prSet presAssocID="{70DCE1B2-F80E-4D32-B5BD-915849F3E5D4}" presName="root" presStyleCnt="0"/>
      <dgm:spPr/>
    </dgm:pt>
    <dgm:pt modelId="{B79D9590-6EDA-BA4F-A691-BF862C4795DA}" type="pres">
      <dgm:prSet presAssocID="{70DCE1B2-F80E-4D32-B5BD-915849F3E5D4}" presName="rootComposite" presStyleCnt="0"/>
      <dgm:spPr/>
    </dgm:pt>
    <dgm:pt modelId="{E00BB986-49F9-8346-81B6-486828F02C99}" type="pres">
      <dgm:prSet presAssocID="{70DCE1B2-F80E-4D32-B5BD-915849F3E5D4}" presName="rootText" presStyleLbl="node1" presStyleIdx="1" presStyleCnt="3"/>
      <dgm:spPr/>
    </dgm:pt>
    <dgm:pt modelId="{1E144E7D-D436-944B-8BCE-2DBA0F2CA742}" type="pres">
      <dgm:prSet presAssocID="{70DCE1B2-F80E-4D32-B5BD-915849F3E5D4}" presName="rootConnector" presStyleLbl="node1" presStyleIdx="1" presStyleCnt="3"/>
      <dgm:spPr/>
    </dgm:pt>
    <dgm:pt modelId="{05B74C19-E678-EE4E-AA00-396067118F58}" type="pres">
      <dgm:prSet presAssocID="{70DCE1B2-F80E-4D32-B5BD-915849F3E5D4}" presName="childShape" presStyleCnt="0"/>
      <dgm:spPr/>
    </dgm:pt>
    <dgm:pt modelId="{FCAB2ACB-B087-9D49-A8F0-A7C2A06C2D7F}" type="pres">
      <dgm:prSet presAssocID="{3B6BA73A-3C92-4D49-B46D-7F264166E258}" presName="root" presStyleCnt="0"/>
      <dgm:spPr/>
    </dgm:pt>
    <dgm:pt modelId="{558985F2-37EA-F541-890A-291A57D15A6A}" type="pres">
      <dgm:prSet presAssocID="{3B6BA73A-3C92-4D49-B46D-7F264166E258}" presName="rootComposite" presStyleCnt="0"/>
      <dgm:spPr/>
    </dgm:pt>
    <dgm:pt modelId="{91223833-8E50-3545-B0D2-936C28A0FBBF}" type="pres">
      <dgm:prSet presAssocID="{3B6BA73A-3C92-4D49-B46D-7F264166E258}" presName="rootText" presStyleLbl="node1" presStyleIdx="2" presStyleCnt="3"/>
      <dgm:spPr/>
    </dgm:pt>
    <dgm:pt modelId="{A2192A71-D16E-8A4F-B8B2-BC4E7F48C4E2}" type="pres">
      <dgm:prSet presAssocID="{3B6BA73A-3C92-4D49-B46D-7F264166E258}" presName="rootConnector" presStyleLbl="node1" presStyleIdx="2" presStyleCnt="3"/>
      <dgm:spPr/>
    </dgm:pt>
    <dgm:pt modelId="{DF30AE8A-9088-1D43-812A-BDB54EF929A1}" type="pres">
      <dgm:prSet presAssocID="{3B6BA73A-3C92-4D49-B46D-7F264166E258}" presName="childShape" presStyleCnt="0"/>
      <dgm:spPr/>
    </dgm:pt>
  </dgm:ptLst>
  <dgm:cxnLst>
    <dgm:cxn modelId="{CBEE6330-4F4E-1C46-AF86-EE461BE564C6}" type="presOf" srcId="{C5E2363A-8A44-4895-BB76-C792BD9FC129}" destId="{C32B1E6A-A806-E94B-99C9-88A4199F32C4}" srcOrd="0" destOrd="0" presId="urn:microsoft.com/office/officeart/2005/8/layout/hierarchy3"/>
    <dgm:cxn modelId="{AA642D34-244A-4795-9EE7-B9A660CD5C69}" srcId="{C5E2363A-8A44-4895-BB76-C792BD9FC129}" destId="{70DCE1B2-F80E-4D32-B5BD-915849F3E5D4}" srcOrd="1" destOrd="0" parTransId="{E3B86652-462F-47BD-9684-475BF61C0D40}" sibTransId="{562EC841-759A-44A6-8169-76103C163566}"/>
    <dgm:cxn modelId="{3C24A96E-3D09-40D0-AC5C-AA151A378593}" srcId="{C5E2363A-8A44-4895-BB76-C792BD9FC129}" destId="{3B6BA73A-3C92-4D49-B46D-7F264166E258}" srcOrd="2" destOrd="0" parTransId="{0DC20FFF-A7D0-4518-957A-FB232BB4C5BA}" sibTransId="{0031540E-2117-40AE-A31E-08B7BC80A6AC}"/>
    <dgm:cxn modelId="{85613B7B-1CEE-6E49-9244-ECA679BD1BC1}" type="presOf" srcId="{3B6BA73A-3C92-4D49-B46D-7F264166E258}" destId="{A2192A71-D16E-8A4F-B8B2-BC4E7F48C4E2}" srcOrd="1" destOrd="0" presId="urn:microsoft.com/office/officeart/2005/8/layout/hierarchy3"/>
    <dgm:cxn modelId="{56DE5CBC-36C2-1749-BEDF-DAF940D836CD}" type="presOf" srcId="{127FE331-7A6E-49F3-9323-E9F0AF29A3AD}" destId="{948FC76C-DC59-0C4E-86F8-DE20315B3E22}" srcOrd="0" destOrd="0" presId="urn:microsoft.com/office/officeart/2005/8/layout/hierarchy3"/>
    <dgm:cxn modelId="{4E9941C8-7DE0-4741-BB80-35E304D1A521}" type="presOf" srcId="{3B6BA73A-3C92-4D49-B46D-7F264166E258}" destId="{91223833-8E50-3545-B0D2-936C28A0FBBF}" srcOrd="0" destOrd="0" presId="urn:microsoft.com/office/officeart/2005/8/layout/hierarchy3"/>
    <dgm:cxn modelId="{31D4C2CF-1925-044F-B3A0-C8B5E155D569}" type="presOf" srcId="{70DCE1B2-F80E-4D32-B5BD-915849F3E5D4}" destId="{1E144E7D-D436-944B-8BCE-2DBA0F2CA742}" srcOrd="1" destOrd="0" presId="urn:microsoft.com/office/officeart/2005/8/layout/hierarchy3"/>
    <dgm:cxn modelId="{95A1A2E2-903E-104C-BF5A-D39828B0BBD6}" type="presOf" srcId="{70DCE1B2-F80E-4D32-B5BD-915849F3E5D4}" destId="{E00BB986-49F9-8346-81B6-486828F02C99}" srcOrd="0" destOrd="0" presId="urn:microsoft.com/office/officeart/2005/8/layout/hierarchy3"/>
    <dgm:cxn modelId="{F11783E9-C672-4F59-BE3B-11F959F0B608}" srcId="{C5E2363A-8A44-4895-BB76-C792BD9FC129}" destId="{127FE331-7A6E-49F3-9323-E9F0AF29A3AD}" srcOrd="0" destOrd="0" parTransId="{231E3D5E-2101-4AED-864B-5B2753BA3687}" sibTransId="{C911B18A-9258-475E-9123-53DBD7B90618}"/>
    <dgm:cxn modelId="{B8E40BEE-08B3-3444-A515-524E3A9654BA}" type="presOf" srcId="{127FE331-7A6E-49F3-9323-E9F0AF29A3AD}" destId="{0FB52FC6-DA38-2046-B9C1-5F06ED2D8C36}" srcOrd="1" destOrd="0" presId="urn:microsoft.com/office/officeart/2005/8/layout/hierarchy3"/>
    <dgm:cxn modelId="{0EECD190-5494-454B-B3F4-FF513A7F82D6}" type="presParOf" srcId="{C32B1E6A-A806-E94B-99C9-88A4199F32C4}" destId="{59D8E970-73FB-FD4B-9999-9AD300FB3412}" srcOrd="0" destOrd="0" presId="urn:microsoft.com/office/officeart/2005/8/layout/hierarchy3"/>
    <dgm:cxn modelId="{27D94BB0-0745-5245-A9B4-6E1A4854CF98}" type="presParOf" srcId="{59D8E970-73FB-FD4B-9999-9AD300FB3412}" destId="{9C8970DB-8863-C543-A772-E6E801F68962}" srcOrd="0" destOrd="0" presId="urn:microsoft.com/office/officeart/2005/8/layout/hierarchy3"/>
    <dgm:cxn modelId="{65325E68-8376-824F-8EA1-17C7555FB620}" type="presParOf" srcId="{9C8970DB-8863-C543-A772-E6E801F68962}" destId="{948FC76C-DC59-0C4E-86F8-DE20315B3E22}" srcOrd="0" destOrd="0" presId="urn:microsoft.com/office/officeart/2005/8/layout/hierarchy3"/>
    <dgm:cxn modelId="{F3EA89A5-6DC4-6F43-8476-2F90C9D35442}" type="presParOf" srcId="{9C8970DB-8863-C543-A772-E6E801F68962}" destId="{0FB52FC6-DA38-2046-B9C1-5F06ED2D8C36}" srcOrd="1" destOrd="0" presId="urn:microsoft.com/office/officeart/2005/8/layout/hierarchy3"/>
    <dgm:cxn modelId="{F3C8637E-CF9E-7647-845D-A3D77B840E4A}" type="presParOf" srcId="{59D8E970-73FB-FD4B-9999-9AD300FB3412}" destId="{1F9C49F3-8FB0-8940-A0E5-358462990DB4}" srcOrd="1" destOrd="0" presId="urn:microsoft.com/office/officeart/2005/8/layout/hierarchy3"/>
    <dgm:cxn modelId="{CD929ECB-6E12-174B-A08E-9088F07B5D14}" type="presParOf" srcId="{C32B1E6A-A806-E94B-99C9-88A4199F32C4}" destId="{014010F9-5902-BB4D-908C-061B9A10AD8F}" srcOrd="1" destOrd="0" presId="urn:microsoft.com/office/officeart/2005/8/layout/hierarchy3"/>
    <dgm:cxn modelId="{6BDCCB33-F805-5A42-9379-E96B2F33CF4A}" type="presParOf" srcId="{014010F9-5902-BB4D-908C-061B9A10AD8F}" destId="{B79D9590-6EDA-BA4F-A691-BF862C4795DA}" srcOrd="0" destOrd="0" presId="urn:microsoft.com/office/officeart/2005/8/layout/hierarchy3"/>
    <dgm:cxn modelId="{0FCC8471-801A-394A-9AE2-EE9429525EDA}" type="presParOf" srcId="{B79D9590-6EDA-BA4F-A691-BF862C4795DA}" destId="{E00BB986-49F9-8346-81B6-486828F02C99}" srcOrd="0" destOrd="0" presId="urn:microsoft.com/office/officeart/2005/8/layout/hierarchy3"/>
    <dgm:cxn modelId="{AB43CA96-4FF1-1842-9141-FC6985037763}" type="presParOf" srcId="{B79D9590-6EDA-BA4F-A691-BF862C4795DA}" destId="{1E144E7D-D436-944B-8BCE-2DBA0F2CA742}" srcOrd="1" destOrd="0" presId="urn:microsoft.com/office/officeart/2005/8/layout/hierarchy3"/>
    <dgm:cxn modelId="{223AA523-432F-CE46-9FAF-8A1660B6E775}" type="presParOf" srcId="{014010F9-5902-BB4D-908C-061B9A10AD8F}" destId="{05B74C19-E678-EE4E-AA00-396067118F58}" srcOrd="1" destOrd="0" presId="urn:microsoft.com/office/officeart/2005/8/layout/hierarchy3"/>
    <dgm:cxn modelId="{AB4EDEC5-137E-3940-842D-DA5B2C149206}" type="presParOf" srcId="{C32B1E6A-A806-E94B-99C9-88A4199F32C4}" destId="{FCAB2ACB-B087-9D49-A8F0-A7C2A06C2D7F}" srcOrd="2" destOrd="0" presId="urn:microsoft.com/office/officeart/2005/8/layout/hierarchy3"/>
    <dgm:cxn modelId="{60E0B187-BA31-CA4A-A181-921F46722201}" type="presParOf" srcId="{FCAB2ACB-B087-9D49-A8F0-A7C2A06C2D7F}" destId="{558985F2-37EA-F541-890A-291A57D15A6A}" srcOrd="0" destOrd="0" presId="urn:microsoft.com/office/officeart/2005/8/layout/hierarchy3"/>
    <dgm:cxn modelId="{F3A65C94-5A3E-4643-83BF-14B5151C82D6}" type="presParOf" srcId="{558985F2-37EA-F541-890A-291A57D15A6A}" destId="{91223833-8E50-3545-B0D2-936C28A0FBBF}" srcOrd="0" destOrd="0" presId="urn:microsoft.com/office/officeart/2005/8/layout/hierarchy3"/>
    <dgm:cxn modelId="{45AF580A-3DD5-8E4F-82EB-400F777DBAD0}" type="presParOf" srcId="{558985F2-37EA-F541-890A-291A57D15A6A}" destId="{A2192A71-D16E-8A4F-B8B2-BC4E7F48C4E2}" srcOrd="1" destOrd="0" presId="urn:microsoft.com/office/officeart/2005/8/layout/hierarchy3"/>
    <dgm:cxn modelId="{A2B52161-211B-EB4D-9447-9DB51C24D62B}" type="presParOf" srcId="{FCAB2ACB-B087-9D49-A8F0-A7C2A06C2D7F}" destId="{DF30AE8A-9088-1D43-812A-BDB54EF929A1}" srcOrd="1"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470BB5-A633-4688-BC50-8A62320FFF83}" type="doc">
      <dgm:prSet loTypeId="urn:microsoft.com/office/officeart/2008/layout/AlternatingHexagons" loCatId="list" qsTypeId="urn:microsoft.com/office/officeart/2005/8/quickstyle/simple1" qsCatId="simple" csTypeId="urn:microsoft.com/office/officeart/2005/8/colors/colorful1" csCatId="colorful"/>
      <dgm:spPr/>
      <dgm:t>
        <a:bodyPr/>
        <a:lstStyle/>
        <a:p>
          <a:endParaRPr lang="en-US"/>
        </a:p>
      </dgm:t>
    </dgm:pt>
    <dgm:pt modelId="{D91B63A5-BFF6-46F8-9D17-05153629C93C}">
      <dgm:prSet/>
      <dgm:spPr/>
      <dgm:t>
        <a:bodyPr/>
        <a:lstStyle/>
        <a:p>
          <a:r>
            <a:rPr lang="en-US"/>
            <a:t>Centered on negative effect</a:t>
          </a:r>
        </a:p>
      </dgm:t>
    </dgm:pt>
    <dgm:pt modelId="{25D8D22C-62A3-4FBD-9A7B-BBD040D12A74}" type="parTrans" cxnId="{6F97CACA-6DC2-4654-8492-AC26496B7B99}">
      <dgm:prSet/>
      <dgm:spPr/>
      <dgm:t>
        <a:bodyPr/>
        <a:lstStyle/>
        <a:p>
          <a:endParaRPr lang="en-US"/>
        </a:p>
      </dgm:t>
    </dgm:pt>
    <dgm:pt modelId="{30BD1544-93D6-470D-987A-72A6FF536E5D}" type="sibTrans" cxnId="{6F97CACA-6DC2-4654-8492-AC26496B7B99}">
      <dgm:prSet/>
      <dgm:spPr/>
      <dgm:t>
        <a:bodyPr/>
        <a:lstStyle/>
        <a:p>
          <a:endParaRPr lang="en-US"/>
        </a:p>
      </dgm:t>
    </dgm:pt>
    <dgm:pt modelId="{09828450-2F45-4E3A-A7C3-3E8AAA80547D}">
      <dgm:prSet/>
      <dgm:spPr/>
      <dgm:t>
        <a:bodyPr/>
        <a:lstStyle/>
        <a:p>
          <a:r>
            <a:rPr lang="en-US"/>
            <a:t>Smooth distribution → stable results</a:t>
          </a:r>
        </a:p>
      </dgm:t>
    </dgm:pt>
    <dgm:pt modelId="{1CD14CA3-AD47-4531-9BB8-6454B4B853FE}" type="parTrans" cxnId="{7628A292-A2D3-49E5-A972-2760F434189A}">
      <dgm:prSet/>
      <dgm:spPr/>
      <dgm:t>
        <a:bodyPr/>
        <a:lstStyle/>
        <a:p>
          <a:endParaRPr lang="en-US"/>
        </a:p>
      </dgm:t>
    </dgm:pt>
    <dgm:pt modelId="{8A07CDEA-4B1F-4E53-98BA-7D00B199A1E8}" type="sibTrans" cxnId="{7628A292-A2D3-49E5-A972-2760F434189A}">
      <dgm:prSet/>
      <dgm:spPr/>
      <dgm:t>
        <a:bodyPr/>
        <a:lstStyle/>
        <a:p>
          <a:endParaRPr lang="en-US"/>
        </a:p>
      </dgm:t>
    </dgm:pt>
    <dgm:pt modelId="{1D46EA90-DA48-E94C-B140-96D5A070DD2A}" type="pres">
      <dgm:prSet presAssocID="{36470BB5-A633-4688-BC50-8A62320FFF83}" presName="Name0" presStyleCnt="0">
        <dgm:presLayoutVars>
          <dgm:chMax/>
          <dgm:chPref/>
          <dgm:dir/>
          <dgm:animLvl val="lvl"/>
        </dgm:presLayoutVars>
      </dgm:prSet>
      <dgm:spPr/>
    </dgm:pt>
    <dgm:pt modelId="{C54A0C83-8188-9D40-86F0-2BD4A3AE8AB6}" type="pres">
      <dgm:prSet presAssocID="{D91B63A5-BFF6-46F8-9D17-05153629C93C}" presName="composite" presStyleCnt="0"/>
      <dgm:spPr/>
    </dgm:pt>
    <dgm:pt modelId="{D5748BC7-0E47-2144-A703-5D0DF20596AC}" type="pres">
      <dgm:prSet presAssocID="{D91B63A5-BFF6-46F8-9D17-05153629C93C}" presName="Parent1" presStyleLbl="node1" presStyleIdx="0" presStyleCnt="4">
        <dgm:presLayoutVars>
          <dgm:chMax val="1"/>
          <dgm:chPref val="1"/>
          <dgm:bulletEnabled val="1"/>
        </dgm:presLayoutVars>
      </dgm:prSet>
      <dgm:spPr/>
    </dgm:pt>
    <dgm:pt modelId="{C00D7D79-56A1-8C4C-A216-828267105FC3}" type="pres">
      <dgm:prSet presAssocID="{D91B63A5-BFF6-46F8-9D17-05153629C93C}" presName="Childtext1" presStyleLbl="revTx" presStyleIdx="0" presStyleCnt="2">
        <dgm:presLayoutVars>
          <dgm:chMax val="0"/>
          <dgm:chPref val="0"/>
          <dgm:bulletEnabled val="1"/>
        </dgm:presLayoutVars>
      </dgm:prSet>
      <dgm:spPr/>
    </dgm:pt>
    <dgm:pt modelId="{D023A017-1199-4540-A157-4E4F671B6E6D}" type="pres">
      <dgm:prSet presAssocID="{D91B63A5-BFF6-46F8-9D17-05153629C93C}" presName="BalanceSpacing" presStyleCnt="0"/>
      <dgm:spPr/>
    </dgm:pt>
    <dgm:pt modelId="{FAFE7C1C-BF10-B048-94C2-95220008A8BC}" type="pres">
      <dgm:prSet presAssocID="{D91B63A5-BFF6-46F8-9D17-05153629C93C}" presName="BalanceSpacing1" presStyleCnt="0"/>
      <dgm:spPr/>
    </dgm:pt>
    <dgm:pt modelId="{F259E472-5206-604B-BA6F-22F3EAD88D65}" type="pres">
      <dgm:prSet presAssocID="{30BD1544-93D6-470D-987A-72A6FF536E5D}" presName="Accent1Text" presStyleLbl="node1" presStyleIdx="1" presStyleCnt="4"/>
      <dgm:spPr/>
    </dgm:pt>
    <dgm:pt modelId="{6D58056F-22F1-954E-A228-B8E57CE6DA18}" type="pres">
      <dgm:prSet presAssocID="{30BD1544-93D6-470D-987A-72A6FF536E5D}" presName="spaceBetweenRectangles" presStyleCnt="0"/>
      <dgm:spPr/>
    </dgm:pt>
    <dgm:pt modelId="{373BC031-4FC3-1B41-AB4F-86B5E8CA19F2}" type="pres">
      <dgm:prSet presAssocID="{09828450-2F45-4E3A-A7C3-3E8AAA80547D}" presName="composite" presStyleCnt="0"/>
      <dgm:spPr/>
    </dgm:pt>
    <dgm:pt modelId="{68AADCD1-E6C8-304E-84D0-A5887F6CD7E3}" type="pres">
      <dgm:prSet presAssocID="{09828450-2F45-4E3A-A7C3-3E8AAA80547D}" presName="Parent1" presStyleLbl="node1" presStyleIdx="2" presStyleCnt="4">
        <dgm:presLayoutVars>
          <dgm:chMax val="1"/>
          <dgm:chPref val="1"/>
          <dgm:bulletEnabled val="1"/>
        </dgm:presLayoutVars>
      </dgm:prSet>
      <dgm:spPr/>
    </dgm:pt>
    <dgm:pt modelId="{98BCB866-9326-A94A-9834-AA6E2BCA10C7}" type="pres">
      <dgm:prSet presAssocID="{09828450-2F45-4E3A-A7C3-3E8AAA80547D}" presName="Childtext1" presStyleLbl="revTx" presStyleIdx="1" presStyleCnt="2">
        <dgm:presLayoutVars>
          <dgm:chMax val="0"/>
          <dgm:chPref val="0"/>
          <dgm:bulletEnabled val="1"/>
        </dgm:presLayoutVars>
      </dgm:prSet>
      <dgm:spPr/>
    </dgm:pt>
    <dgm:pt modelId="{8CA5E2CB-D4D0-0A43-ADA2-CF0FBB70E794}" type="pres">
      <dgm:prSet presAssocID="{09828450-2F45-4E3A-A7C3-3E8AAA80547D}" presName="BalanceSpacing" presStyleCnt="0"/>
      <dgm:spPr/>
    </dgm:pt>
    <dgm:pt modelId="{CCC9A743-D07B-5740-805B-C6BEF3C6EA9C}" type="pres">
      <dgm:prSet presAssocID="{09828450-2F45-4E3A-A7C3-3E8AAA80547D}" presName="BalanceSpacing1" presStyleCnt="0"/>
      <dgm:spPr/>
    </dgm:pt>
    <dgm:pt modelId="{D927DDC3-FB4C-AA4D-A44E-D7311A3353FD}" type="pres">
      <dgm:prSet presAssocID="{8A07CDEA-4B1F-4E53-98BA-7D00B199A1E8}" presName="Accent1Text" presStyleLbl="node1" presStyleIdx="3" presStyleCnt="4"/>
      <dgm:spPr/>
    </dgm:pt>
  </dgm:ptLst>
  <dgm:cxnLst>
    <dgm:cxn modelId="{17601A2C-4FDB-394A-8320-0CCD167CCF4A}" type="presOf" srcId="{8A07CDEA-4B1F-4E53-98BA-7D00B199A1E8}" destId="{D927DDC3-FB4C-AA4D-A44E-D7311A3353FD}" srcOrd="0" destOrd="0" presId="urn:microsoft.com/office/officeart/2008/layout/AlternatingHexagons"/>
    <dgm:cxn modelId="{BD08EF2D-EF15-1A49-A83B-F17FE7EA36B9}" type="presOf" srcId="{30BD1544-93D6-470D-987A-72A6FF536E5D}" destId="{F259E472-5206-604B-BA6F-22F3EAD88D65}" srcOrd="0" destOrd="0" presId="urn:microsoft.com/office/officeart/2008/layout/AlternatingHexagons"/>
    <dgm:cxn modelId="{7628A292-A2D3-49E5-A972-2760F434189A}" srcId="{36470BB5-A633-4688-BC50-8A62320FFF83}" destId="{09828450-2F45-4E3A-A7C3-3E8AAA80547D}" srcOrd="1" destOrd="0" parTransId="{1CD14CA3-AD47-4531-9BB8-6454B4B853FE}" sibTransId="{8A07CDEA-4B1F-4E53-98BA-7D00B199A1E8}"/>
    <dgm:cxn modelId="{759FA397-E441-3449-82C1-11F079E25C5D}" type="presOf" srcId="{D91B63A5-BFF6-46F8-9D17-05153629C93C}" destId="{D5748BC7-0E47-2144-A703-5D0DF20596AC}" srcOrd="0" destOrd="0" presId="urn:microsoft.com/office/officeart/2008/layout/AlternatingHexagons"/>
    <dgm:cxn modelId="{F0E6B5C5-E46A-6C4D-9F2A-29143A2F0847}" type="presOf" srcId="{09828450-2F45-4E3A-A7C3-3E8AAA80547D}" destId="{68AADCD1-E6C8-304E-84D0-A5887F6CD7E3}" srcOrd="0" destOrd="0" presId="urn:microsoft.com/office/officeart/2008/layout/AlternatingHexagons"/>
    <dgm:cxn modelId="{6F97CACA-6DC2-4654-8492-AC26496B7B99}" srcId="{36470BB5-A633-4688-BC50-8A62320FFF83}" destId="{D91B63A5-BFF6-46F8-9D17-05153629C93C}" srcOrd="0" destOrd="0" parTransId="{25D8D22C-62A3-4FBD-9A7B-BBD040D12A74}" sibTransId="{30BD1544-93D6-470D-987A-72A6FF536E5D}"/>
    <dgm:cxn modelId="{E1DE1CED-AF6D-BE46-9FD0-64B0B2B54CFB}" type="presOf" srcId="{36470BB5-A633-4688-BC50-8A62320FFF83}" destId="{1D46EA90-DA48-E94C-B140-96D5A070DD2A}" srcOrd="0" destOrd="0" presId="urn:microsoft.com/office/officeart/2008/layout/AlternatingHexagons"/>
    <dgm:cxn modelId="{F9E9F9B8-81E6-2143-A032-8EB167AB0DC7}" type="presParOf" srcId="{1D46EA90-DA48-E94C-B140-96D5A070DD2A}" destId="{C54A0C83-8188-9D40-86F0-2BD4A3AE8AB6}" srcOrd="0" destOrd="0" presId="urn:microsoft.com/office/officeart/2008/layout/AlternatingHexagons"/>
    <dgm:cxn modelId="{B199CE74-8AB6-4747-BBE9-B5BE769CE6AC}" type="presParOf" srcId="{C54A0C83-8188-9D40-86F0-2BD4A3AE8AB6}" destId="{D5748BC7-0E47-2144-A703-5D0DF20596AC}" srcOrd="0" destOrd="0" presId="urn:microsoft.com/office/officeart/2008/layout/AlternatingHexagons"/>
    <dgm:cxn modelId="{35307925-3197-0F40-ABCF-F7401CE86D24}" type="presParOf" srcId="{C54A0C83-8188-9D40-86F0-2BD4A3AE8AB6}" destId="{C00D7D79-56A1-8C4C-A216-828267105FC3}" srcOrd="1" destOrd="0" presId="urn:microsoft.com/office/officeart/2008/layout/AlternatingHexagons"/>
    <dgm:cxn modelId="{BE244DF8-550B-DA42-9F06-095351D2DFDB}" type="presParOf" srcId="{C54A0C83-8188-9D40-86F0-2BD4A3AE8AB6}" destId="{D023A017-1199-4540-A157-4E4F671B6E6D}" srcOrd="2" destOrd="0" presId="urn:microsoft.com/office/officeart/2008/layout/AlternatingHexagons"/>
    <dgm:cxn modelId="{85DA30F2-7791-404E-9E40-24B78A930E85}" type="presParOf" srcId="{C54A0C83-8188-9D40-86F0-2BD4A3AE8AB6}" destId="{FAFE7C1C-BF10-B048-94C2-95220008A8BC}" srcOrd="3" destOrd="0" presId="urn:microsoft.com/office/officeart/2008/layout/AlternatingHexagons"/>
    <dgm:cxn modelId="{E484A9E8-B7E2-6642-91AC-60A855E58278}" type="presParOf" srcId="{C54A0C83-8188-9D40-86F0-2BD4A3AE8AB6}" destId="{F259E472-5206-604B-BA6F-22F3EAD88D65}" srcOrd="4" destOrd="0" presId="urn:microsoft.com/office/officeart/2008/layout/AlternatingHexagons"/>
    <dgm:cxn modelId="{37A914C6-6E64-254F-83FE-50E9777621F2}" type="presParOf" srcId="{1D46EA90-DA48-E94C-B140-96D5A070DD2A}" destId="{6D58056F-22F1-954E-A228-B8E57CE6DA18}" srcOrd="1" destOrd="0" presId="urn:microsoft.com/office/officeart/2008/layout/AlternatingHexagons"/>
    <dgm:cxn modelId="{C8F8762B-973C-6344-8D0D-D1C86065E05F}" type="presParOf" srcId="{1D46EA90-DA48-E94C-B140-96D5A070DD2A}" destId="{373BC031-4FC3-1B41-AB4F-86B5E8CA19F2}" srcOrd="2" destOrd="0" presId="urn:microsoft.com/office/officeart/2008/layout/AlternatingHexagons"/>
    <dgm:cxn modelId="{0E5B947A-D03E-214E-A4B1-E273C4FB0165}" type="presParOf" srcId="{373BC031-4FC3-1B41-AB4F-86B5E8CA19F2}" destId="{68AADCD1-E6C8-304E-84D0-A5887F6CD7E3}" srcOrd="0" destOrd="0" presId="urn:microsoft.com/office/officeart/2008/layout/AlternatingHexagons"/>
    <dgm:cxn modelId="{CEA14161-0A2C-184E-998C-55A3091D51C6}" type="presParOf" srcId="{373BC031-4FC3-1B41-AB4F-86B5E8CA19F2}" destId="{98BCB866-9326-A94A-9834-AA6E2BCA10C7}" srcOrd="1" destOrd="0" presId="urn:microsoft.com/office/officeart/2008/layout/AlternatingHexagons"/>
    <dgm:cxn modelId="{6C44A454-6E5B-F149-9000-032F9A573BE0}" type="presParOf" srcId="{373BC031-4FC3-1B41-AB4F-86B5E8CA19F2}" destId="{8CA5E2CB-D4D0-0A43-ADA2-CF0FBB70E794}" srcOrd="2" destOrd="0" presId="urn:microsoft.com/office/officeart/2008/layout/AlternatingHexagons"/>
    <dgm:cxn modelId="{72227C4F-8E8D-C447-ADDF-AEC50E8792B0}" type="presParOf" srcId="{373BC031-4FC3-1B41-AB4F-86B5E8CA19F2}" destId="{CCC9A743-D07B-5740-805B-C6BEF3C6EA9C}" srcOrd="3" destOrd="0" presId="urn:microsoft.com/office/officeart/2008/layout/AlternatingHexagons"/>
    <dgm:cxn modelId="{D89A8570-3367-9345-B2CA-3F5A020EFC1D}" type="presParOf" srcId="{373BC031-4FC3-1B41-AB4F-86B5E8CA19F2}" destId="{D927DDC3-FB4C-AA4D-A44E-D7311A3353FD}" srcOrd="4" destOrd="0" presId="urn:microsoft.com/office/officeart/2008/layout/AlternatingHexagon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B334A0C-C91B-4C27-ADE0-225FAEB836D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A86018D-79A7-4652-AC3B-FB74B89A3D06}">
      <dgm:prSet/>
      <dgm:spPr/>
      <dgm:t>
        <a:bodyPr/>
        <a:lstStyle/>
        <a:p>
          <a:pPr>
            <a:defRPr cap="all"/>
          </a:pPr>
          <a:r>
            <a:rPr lang="en-US"/>
            <a:t>Testing reduces transmission</a:t>
          </a:r>
        </a:p>
      </dgm:t>
    </dgm:pt>
    <dgm:pt modelId="{DDEEF8B7-442B-4A37-A4CF-3ECE75411765}" type="parTrans" cxnId="{68E14528-B08C-4DD8-9353-45120AA1AF48}">
      <dgm:prSet/>
      <dgm:spPr/>
      <dgm:t>
        <a:bodyPr/>
        <a:lstStyle/>
        <a:p>
          <a:endParaRPr lang="en-US"/>
        </a:p>
      </dgm:t>
    </dgm:pt>
    <dgm:pt modelId="{CD3BB8DB-D57B-47B8-BEED-5EC11EB79D15}" type="sibTrans" cxnId="{68E14528-B08C-4DD8-9353-45120AA1AF48}">
      <dgm:prSet/>
      <dgm:spPr/>
      <dgm:t>
        <a:bodyPr/>
        <a:lstStyle/>
        <a:p>
          <a:endParaRPr lang="en-US"/>
        </a:p>
      </dgm:t>
    </dgm:pt>
    <dgm:pt modelId="{AF90904E-87BE-4247-91ED-A91230A6942C}">
      <dgm:prSet/>
      <dgm:spPr/>
      <dgm:t>
        <a:bodyPr/>
        <a:lstStyle/>
        <a:p>
          <a:pPr>
            <a:defRPr cap="all"/>
          </a:pPr>
          <a:r>
            <a:rPr lang="en-US"/>
            <a:t>Effects are delayed but reliable</a:t>
          </a:r>
        </a:p>
      </dgm:t>
    </dgm:pt>
    <dgm:pt modelId="{3989082C-C65D-4199-9EAC-5E2FFD03D493}" type="parTrans" cxnId="{3315DAD3-B64D-41CC-B8B7-0D8EAAFCC769}">
      <dgm:prSet/>
      <dgm:spPr/>
      <dgm:t>
        <a:bodyPr/>
        <a:lstStyle/>
        <a:p>
          <a:endParaRPr lang="en-US"/>
        </a:p>
      </dgm:t>
    </dgm:pt>
    <dgm:pt modelId="{CCF2AB16-EF9D-4C69-AF5E-BF9AA3044053}" type="sibTrans" cxnId="{3315DAD3-B64D-41CC-B8B7-0D8EAAFCC769}">
      <dgm:prSet/>
      <dgm:spPr/>
      <dgm:t>
        <a:bodyPr/>
        <a:lstStyle/>
        <a:p>
          <a:endParaRPr lang="en-US"/>
        </a:p>
      </dgm:t>
    </dgm:pt>
    <dgm:pt modelId="{94843496-EBFC-40FE-9372-1D01B9BCB441}">
      <dgm:prSet/>
      <dgm:spPr/>
      <dgm:t>
        <a:bodyPr/>
        <a:lstStyle/>
        <a:p>
          <a:pPr>
            <a:defRPr cap="all"/>
          </a:pPr>
          <a:r>
            <a:rPr lang="en-US"/>
            <a:t>Results align with literature</a:t>
          </a:r>
        </a:p>
      </dgm:t>
    </dgm:pt>
    <dgm:pt modelId="{7265EA70-C4A5-45F0-9F44-A0D4E2E42E6C}" type="parTrans" cxnId="{211772A3-8A18-45C0-B9B7-C8E0E4502415}">
      <dgm:prSet/>
      <dgm:spPr/>
      <dgm:t>
        <a:bodyPr/>
        <a:lstStyle/>
        <a:p>
          <a:endParaRPr lang="en-US"/>
        </a:p>
      </dgm:t>
    </dgm:pt>
    <dgm:pt modelId="{3D4FD4C2-56FC-4EE2-A05F-3DF3B5AF0AF9}" type="sibTrans" cxnId="{211772A3-8A18-45C0-B9B7-C8E0E4502415}">
      <dgm:prSet/>
      <dgm:spPr/>
      <dgm:t>
        <a:bodyPr/>
        <a:lstStyle/>
        <a:p>
          <a:endParaRPr lang="en-US"/>
        </a:p>
      </dgm:t>
    </dgm:pt>
    <dgm:pt modelId="{0037CCF4-6EDE-4746-89D8-2BD7BE6F7FC0}" type="pres">
      <dgm:prSet presAssocID="{2B334A0C-C91B-4C27-ADE0-225FAEB836DF}" presName="root" presStyleCnt="0">
        <dgm:presLayoutVars>
          <dgm:dir/>
          <dgm:resizeHandles val="exact"/>
        </dgm:presLayoutVars>
      </dgm:prSet>
      <dgm:spPr/>
    </dgm:pt>
    <dgm:pt modelId="{64658608-806D-4ACC-B675-9E6C5F037174}" type="pres">
      <dgm:prSet presAssocID="{FA86018D-79A7-4652-AC3B-FB74B89A3D06}" presName="compNode" presStyleCnt="0"/>
      <dgm:spPr/>
    </dgm:pt>
    <dgm:pt modelId="{9408153C-96C3-4E2B-A3A0-1FBAF29B53CB}" type="pres">
      <dgm:prSet presAssocID="{FA86018D-79A7-4652-AC3B-FB74B89A3D06}" presName="iconBgRect" presStyleLbl="bgShp" presStyleIdx="0" presStyleCnt="3"/>
      <dgm:spPr/>
    </dgm:pt>
    <dgm:pt modelId="{B21323B8-D9C6-4188-B198-3F8F234C3B0F}" type="pres">
      <dgm:prSet presAssocID="{FA86018D-79A7-4652-AC3B-FB74B89A3D0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5FC7B61-E05A-4D6E-8608-B96D2B33F9CF}" type="pres">
      <dgm:prSet presAssocID="{FA86018D-79A7-4652-AC3B-FB74B89A3D06}" presName="spaceRect" presStyleCnt="0"/>
      <dgm:spPr/>
    </dgm:pt>
    <dgm:pt modelId="{D95006E2-E6B5-4819-AFC4-D9B6FF535BFC}" type="pres">
      <dgm:prSet presAssocID="{FA86018D-79A7-4652-AC3B-FB74B89A3D06}" presName="textRect" presStyleLbl="revTx" presStyleIdx="0" presStyleCnt="3">
        <dgm:presLayoutVars>
          <dgm:chMax val="1"/>
          <dgm:chPref val="1"/>
        </dgm:presLayoutVars>
      </dgm:prSet>
      <dgm:spPr/>
    </dgm:pt>
    <dgm:pt modelId="{D8BD70B6-36C9-4B8E-802E-CCE1A7BA831D}" type="pres">
      <dgm:prSet presAssocID="{CD3BB8DB-D57B-47B8-BEED-5EC11EB79D15}" presName="sibTrans" presStyleCnt="0"/>
      <dgm:spPr/>
    </dgm:pt>
    <dgm:pt modelId="{63BE834F-DE3D-42B5-B7A4-2112970863A9}" type="pres">
      <dgm:prSet presAssocID="{AF90904E-87BE-4247-91ED-A91230A6942C}" presName="compNode" presStyleCnt="0"/>
      <dgm:spPr/>
    </dgm:pt>
    <dgm:pt modelId="{A196FD53-5E18-47A3-9E6B-BB331E2238BE}" type="pres">
      <dgm:prSet presAssocID="{AF90904E-87BE-4247-91ED-A91230A6942C}" presName="iconBgRect" presStyleLbl="bgShp" presStyleIdx="1" presStyleCnt="3"/>
      <dgm:spPr/>
    </dgm:pt>
    <dgm:pt modelId="{9937B01A-BE51-493D-A7E0-75F0693B0880}" type="pres">
      <dgm:prSet presAssocID="{AF90904E-87BE-4247-91ED-A91230A6942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2A9D7529-ED83-47E5-8986-A557827CD18C}" type="pres">
      <dgm:prSet presAssocID="{AF90904E-87BE-4247-91ED-A91230A6942C}" presName="spaceRect" presStyleCnt="0"/>
      <dgm:spPr/>
    </dgm:pt>
    <dgm:pt modelId="{1D5050A2-622E-4C63-B441-19F1CAC13E62}" type="pres">
      <dgm:prSet presAssocID="{AF90904E-87BE-4247-91ED-A91230A6942C}" presName="textRect" presStyleLbl="revTx" presStyleIdx="1" presStyleCnt="3">
        <dgm:presLayoutVars>
          <dgm:chMax val="1"/>
          <dgm:chPref val="1"/>
        </dgm:presLayoutVars>
      </dgm:prSet>
      <dgm:spPr/>
    </dgm:pt>
    <dgm:pt modelId="{A2FB25F2-F97B-4307-B411-253B2FF36CBA}" type="pres">
      <dgm:prSet presAssocID="{CCF2AB16-EF9D-4C69-AF5E-BF9AA3044053}" presName="sibTrans" presStyleCnt="0"/>
      <dgm:spPr/>
    </dgm:pt>
    <dgm:pt modelId="{EA168671-62BD-42D0-9E61-6330D754B26F}" type="pres">
      <dgm:prSet presAssocID="{94843496-EBFC-40FE-9372-1D01B9BCB441}" presName="compNode" presStyleCnt="0"/>
      <dgm:spPr/>
    </dgm:pt>
    <dgm:pt modelId="{50440597-6A95-46C7-994B-8C1CF8A5679F}" type="pres">
      <dgm:prSet presAssocID="{94843496-EBFC-40FE-9372-1D01B9BCB441}" presName="iconBgRect" presStyleLbl="bgShp" presStyleIdx="2" presStyleCnt="3"/>
      <dgm:spPr/>
    </dgm:pt>
    <dgm:pt modelId="{F73339BC-0486-49B6-9CA9-AE7BD79C29F3}" type="pres">
      <dgm:prSet presAssocID="{94843496-EBFC-40FE-9372-1D01B9BCB4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BCFEC76B-8860-44CF-B07C-8B6D3151272B}" type="pres">
      <dgm:prSet presAssocID="{94843496-EBFC-40FE-9372-1D01B9BCB441}" presName="spaceRect" presStyleCnt="0"/>
      <dgm:spPr/>
    </dgm:pt>
    <dgm:pt modelId="{8CD9F8BF-1A1B-4133-8CB0-566B82316793}" type="pres">
      <dgm:prSet presAssocID="{94843496-EBFC-40FE-9372-1D01B9BCB441}" presName="textRect" presStyleLbl="revTx" presStyleIdx="2" presStyleCnt="3">
        <dgm:presLayoutVars>
          <dgm:chMax val="1"/>
          <dgm:chPref val="1"/>
        </dgm:presLayoutVars>
      </dgm:prSet>
      <dgm:spPr/>
    </dgm:pt>
  </dgm:ptLst>
  <dgm:cxnLst>
    <dgm:cxn modelId="{68E14528-B08C-4DD8-9353-45120AA1AF48}" srcId="{2B334A0C-C91B-4C27-ADE0-225FAEB836DF}" destId="{FA86018D-79A7-4652-AC3B-FB74B89A3D06}" srcOrd="0" destOrd="0" parTransId="{DDEEF8B7-442B-4A37-A4CF-3ECE75411765}" sibTransId="{CD3BB8DB-D57B-47B8-BEED-5EC11EB79D15}"/>
    <dgm:cxn modelId="{B5B3489E-006F-4BBA-B41F-AD3D0644B9BD}" type="presOf" srcId="{AF90904E-87BE-4247-91ED-A91230A6942C}" destId="{1D5050A2-622E-4C63-B441-19F1CAC13E62}" srcOrd="0" destOrd="0" presId="urn:microsoft.com/office/officeart/2018/5/layout/IconCircleLabelList"/>
    <dgm:cxn modelId="{211772A3-8A18-45C0-B9B7-C8E0E4502415}" srcId="{2B334A0C-C91B-4C27-ADE0-225FAEB836DF}" destId="{94843496-EBFC-40FE-9372-1D01B9BCB441}" srcOrd="2" destOrd="0" parTransId="{7265EA70-C4A5-45F0-9F44-A0D4E2E42E6C}" sibTransId="{3D4FD4C2-56FC-4EE2-A05F-3DF3B5AF0AF9}"/>
    <dgm:cxn modelId="{B9C99DA4-F4D0-47BE-B252-204157FA296F}" type="presOf" srcId="{94843496-EBFC-40FE-9372-1D01B9BCB441}" destId="{8CD9F8BF-1A1B-4133-8CB0-566B82316793}" srcOrd="0" destOrd="0" presId="urn:microsoft.com/office/officeart/2018/5/layout/IconCircleLabelList"/>
    <dgm:cxn modelId="{DF97AEA8-E0B5-4294-ACB5-07386706A6EC}" type="presOf" srcId="{2B334A0C-C91B-4C27-ADE0-225FAEB836DF}" destId="{0037CCF4-6EDE-4746-89D8-2BD7BE6F7FC0}" srcOrd="0" destOrd="0" presId="urn:microsoft.com/office/officeart/2018/5/layout/IconCircleLabelList"/>
    <dgm:cxn modelId="{91D757CB-703E-462C-B6C3-2EA328597176}" type="presOf" srcId="{FA86018D-79A7-4652-AC3B-FB74B89A3D06}" destId="{D95006E2-E6B5-4819-AFC4-D9B6FF535BFC}" srcOrd="0" destOrd="0" presId="urn:microsoft.com/office/officeart/2018/5/layout/IconCircleLabelList"/>
    <dgm:cxn modelId="{3315DAD3-B64D-41CC-B8B7-0D8EAAFCC769}" srcId="{2B334A0C-C91B-4C27-ADE0-225FAEB836DF}" destId="{AF90904E-87BE-4247-91ED-A91230A6942C}" srcOrd="1" destOrd="0" parTransId="{3989082C-C65D-4199-9EAC-5E2FFD03D493}" sibTransId="{CCF2AB16-EF9D-4C69-AF5E-BF9AA3044053}"/>
    <dgm:cxn modelId="{0CA0B185-4E92-4B8B-9ECB-A34EA6A74BF3}" type="presParOf" srcId="{0037CCF4-6EDE-4746-89D8-2BD7BE6F7FC0}" destId="{64658608-806D-4ACC-B675-9E6C5F037174}" srcOrd="0" destOrd="0" presId="urn:microsoft.com/office/officeart/2018/5/layout/IconCircleLabelList"/>
    <dgm:cxn modelId="{DB4AE93E-1E87-45FA-BEC5-98F09D802C05}" type="presParOf" srcId="{64658608-806D-4ACC-B675-9E6C5F037174}" destId="{9408153C-96C3-4E2B-A3A0-1FBAF29B53CB}" srcOrd="0" destOrd="0" presId="urn:microsoft.com/office/officeart/2018/5/layout/IconCircleLabelList"/>
    <dgm:cxn modelId="{DB2EEBD2-87E3-4F09-88A5-1A8AED6E9476}" type="presParOf" srcId="{64658608-806D-4ACC-B675-9E6C5F037174}" destId="{B21323B8-D9C6-4188-B198-3F8F234C3B0F}" srcOrd="1" destOrd="0" presId="urn:microsoft.com/office/officeart/2018/5/layout/IconCircleLabelList"/>
    <dgm:cxn modelId="{12F3D1FC-00CF-4CDF-A65C-C2450FE99830}" type="presParOf" srcId="{64658608-806D-4ACC-B675-9E6C5F037174}" destId="{85FC7B61-E05A-4D6E-8608-B96D2B33F9CF}" srcOrd="2" destOrd="0" presId="urn:microsoft.com/office/officeart/2018/5/layout/IconCircleLabelList"/>
    <dgm:cxn modelId="{9EBE6E55-2649-4671-8212-3C8BF0283E94}" type="presParOf" srcId="{64658608-806D-4ACC-B675-9E6C5F037174}" destId="{D95006E2-E6B5-4819-AFC4-D9B6FF535BFC}" srcOrd="3" destOrd="0" presId="urn:microsoft.com/office/officeart/2018/5/layout/IconCircleLabelList"/>
    <dgm:cxn modelId="{521364EB-5ABD-4D77-90AC-D86FA95D88CF}" type="presParOf" srcId="{0037CCF4-6EDE-4746-89D8-2BD7BE6F7FC0}" destId="{D8BD70B6-36C9-4B8E-802E-CCE1A7BA831D}" srcOrd="1" destOrd="0" presId="urn:microsoft.com/office/officeart/2018/5/layout/IconCircleLabelList"/>
    <dgm:cxn modelId="{64C46ADF-2778-44F4-9BA6-ECACA814732F}" type="presParOf" srcId="{0037CCF4-6EDE-4746-89D8-2BD7BE6F7FC0}" destId="{63BE834F-DE3D-42B5-B7A4-2112970863A9}" srcOrd="2" destOrd="0" presId="urn:microsoft.com/office/officeart/2018/5/layout/IconCircleLabelList"/>
    <dgm:cxn modelId="{7E45DE13-6C5E-4888-BDC2-3829E1F50976}" type="presParOf" srcId="{63BE834F-DE3D-42B5-B7A4-2112970863A9}" destId="{A196FD53-5E18-47A3-9E6B-BB331E2238BE}" srcOrd="0" destOrd="0" presId="urn:microsoft.com/office/officeart/2018/5/layout/IconCircleLabelList"/>
    <dgm:cxn modelId="{016486FA-DFB8-436D-987D-D37935E96468}" type="presParOf" srcId="{63BE834F-DE3D-42B5-B7A4-2112970863A9}" destId="{9937B01A-BE51-493D-A7E0-75F0693B0880}" srcOrd="1" destOrd="0" presId="urn:microsoft.com/office/officeart/2018/5/layout/IconCircleLabelList"/>
    <dgm:cxn modelId="{C8DAE1E1-9201-4C52-978A-C1DD19320C31}" type="presParOf" srcId="{63BE834F-DE3D-42B5-B7A4-2112970863A9}" destId="{2A9D7529-ED83-47E5-8986-A557827CD18C}" srcOrd="2" destOrd="0" presId="urn:microsoft.com/office/officeart/2018/5/layout/IconCircleLabelList"/>
    <dgm:cxn modelId="{A5AF50EE-54C6-42B1-8DFF-B526128CC7C2}" type="presParOf" srcId="{63BE834F-DE3D-42B5-B7A4-2112970863A9}" destId="{1D5050A2-622E-4C63-B441-19F1CAC13E62}" srcOrd="3" destOrd="0" presId="urn:microsoft.com/office/officeart/2018/5/layout/IconCircleLabelList"/>
    <dgm:cxn modelId="{053667ED-AF71-4DD2-B4C4-8789BD46386F}" type="presParOf" srcId="{0037CCF4-6EDE-4746-89D8-2BD7BE6F7FC0}" destId="{A2FB25F2-F97B-4307-B411-253B2FF36CBA}" srcOrd="3" destOrd="0" presId="urn:microsoft.com/office/officeart/2018/5/layout/IconCircleLabelList"/>
    <dgm:cxn modelId="{ACE3BC41-055D-435E-BF08-E1D474E18054}" type="presParOf" srcId="{0037CCF4-6EDE-4746-89D8-2BD7BE6F7FC0}" destId="{EA168671-62BD-42D0-9E61-6330D754B26F}" srcOrd="4" destOrd="0" presId="urn:microsoft.com/office/officeart/2018/5/layout/IconCircleLabelList"/>
    <dgm:cxn modelId="{1EBBF84A-5942-45C1-8968-78CFCAA47FB4}" type="presParOf" srcId="{EA168671-62BD-42D0-9E61-6330D754B26F}" destId="{50440597-6A95-46C7-994B-8C1CF8A5679F}" srcOrd="0" destOrd="0" presId="urn:microsoft.com/office/officeart/2018/5/layout/IconCircleLabelList"/>
    <dgm:cxn modelId="{F6342394-D2CE-4444-A0CF-0E9B59A3B4E1}" type="presParOf" srcId="{EA168671-62BD-42D0-9E61-6330D754B26F}" destId="{F73339BC-0486-49B6-9CA9-AE7BD79C29F3}" srcOrd="1" destOrd="0" presId="urn:microsoft.com/office/officeart/2018/5/layout/IconCircleLabelList"/>
    <dgm:cxn modelId="{6E299884-9DDA-4141-BE5E-4EBEBBE44414}" type="presParOf" srcId="{EA168671-62BD-42D0-9E61-6330D754B26F}" destId="{BCFEC76B-8860-44CF-B07C-8B6D3151272B}" srcOrd="2" destOrd="0" presId="urn:microsoft.com/office/officeart/2018/5/layout/IconCircleLabelList"/>
    <dgm:cxn modelId="{E90E0BA2-182F-42CF-B618-FC1335D73AA5}" type="presParOf" srcId="{EA168671-62BD-42D0-9E61-6330D754B26F}" destId="{8CD9F8BF-1A1B-4133-8CB0-566B82316793}"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EA8934A-72C9-46F5-BF62-7CE17DB09AF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F3121CE-778E-46E2-B123-AFD5CA5B3B7A}">
      <dgm:prSet/>
      <dgm:spPr/>
      <dgm:t>
        <a:bodyPr/>
        <a:lstStyle/>
        <a:p>
          <a:pPr>
            <a:defRPr cap="all"/>
          </a:pPr>
          <a:r>
            <a:rPr lang="en-US"/>
            <a:t>Observational data</a:t>
          </a:r>
        </a:p>
      </dgm:t>
    </dgm:pt>
    <dgm:pt modelId="{B26B5E44-73F1-42FC-B17A-6EB6AB33D0BF}" type="parTrans" cxnId="{EA09F082-9FDC-4FC2-AAF2-3EB698BFC74E}">
      <dgm:prSet/>
      <dgm:spPr/>
      <dgm:t>
        <a:bodyPr/>
        <a:lstStyle/>
        <a:p>
          <a:endParaRPr lang="en-US"/>
        </a:p>
      </dgm:t>
    </dgm:pt>
    <dgm:pt modelId="{AEFB0002-40D4-4BA6-B5FF-DD9C588D9E1E}" type="sibTrans" cxnId="{EA09F082-9FDC-4FC2-AAF2-3EB698BFC74E}">
      <dgm:prSet/>
      <dgm:spPr/>
      <dgm:t>
        <a:bodyPr/>
        <a:lstStyle/>
        <a:p>
          <a:endParaRPr lang="en-US"/>
        </a:p>
      </dgm:t>
    </dgm:pt>
    <dgm:pt modelId="{46E871C3-50CC-49B5-9FF7-E3746A175A54}">
      <dgm:prSet/>
      <dgm:spPr/>
      <dgm:t>
        <a:bodyPr/>
        <a:lstStyle/>
        <a:p>
          <a:pPr>
            <a:defRPr cap="all"/>
          </a:pPr>
          <a:r>
            <a:rPr lang="en-US"/>
            <a:t>Variation in country reporting</a:t>
          </a:r>
        </a:p>
      </dgm:t>
    </dgm:pt>
    <dgm:pt modelId="{911109BA-6576-4773-A0CA-8A775B04A8BB}" type="parTrans" cxnId="{7A686108-EB4F-4027-8868-895C2ED3E8DA}">
      <dgm:prSet/>
      <dgm:spPr/>
      <dgm:t>
        <a:bodyPr/>
        <a:lstStyle/>
        <a:p>
          <a:endParaRPr lang="en-US"/>
        </a:p>
      </dgm:t>
    </dgm:pt>
    <dgm:pt modelId="{47231DE6-8F11-470F-BFEF-8D096F83F108}" type="sibTrans" cxnId="{7A686108-EB4F-4027-8868-895C2ED3E8DA}">
      <dgm:prSet/>
      <dgm:spPr/>
      <dgm:t>
        <a:bodyPr/>
        <a:lstStyle/>
        <a:p>
          <a:endParaRPr lang="en-US"/>
        </a:p>
      </dgm:t>
    </dgm:pt>
    <dgm:pt modelId="{5D42157C-CD73-439A-AE9D-D9C72DB5D27A}">
      <dgm:prSet/>
      <dgm:spPr/>
      <dgm:t>
        <a:bodyPr/>
        <a:lstStyle/>
        <a:p>
          <a:pPr>
            <a:defRPr cap="all"/>
          </a:pPr>
          <a:r>
            <a:rPr lang="en-US"/>
            <a:t>Cannot measure all policy differences</a:t>
          </a:r>
        </a:p>
      </dgm:t>
    </dgm:pt>
    <dgm:pt modelId="{1A458806-07B4-4617-8B1B-F2994FC35015}" type="parTrans" cxnId="{CA912B23-E65B-4932-9DEB-0D10FD943179}">
      <dgm:prSet/>
      <dgm:spPr/>
      <dgm:t>
        <a:bodyPr/>
        <a:lstStyle/>
        <a:p>
          <a:endParaRPr lang="en-US"/>
        </a:p>
      </dgm:t>
    </dgm:pt>
    <dgm:pt modelId="{22FD9D4E-EA83-4FFA-BBB4-FD3C14A38A4A}" type="sibTrans" cxnId="{CA912B23-E65B-4932-9DEB-0D10FD943179}">
      <dgm:prSet/>
      <dgm:spPr/>
      <dgm:t>
        <a:bodyPr/>
        <a:lstStyle/>
        <a:p>
          <a:endParaRPr lang="en-US"/>
        </a:p>
      </dgm:t>
    </dgm:pt>
    <dgm:pt modelId="{C44128C1-22EC-48EE-B675-CB24308101CA}" type="pres">
      <dgm:prSet presAssocID="{DEA8934A-72C9-46F5-BF62-7CE17DB09AF9}" presName="root" presStyleCnt="0">
        <dgm:presLayoutVars>
          <dgm:dir/>
          <dgm:resizeHandles val="exact"/>
        </dgm:presLayoutVars>
      </dgm:prSet>
      <dgm:spPr/>
    </dgm:pt>
    <dgm:pt modelId="{6AC64F9B-960E-4BF2-9713-9D45B3D73AAF}" type="pres">
      <dgm:prSet presAssocID="{2F3121CE-778E-46E2-B123-AFD5CA5B3B7A}" presName="compNode" presStyleCnt="0"/>
      <dgm:spPr/>
    </dgm:pt>
    <dgm:pt modelId="{DE1C19A8-8078-4AB1-8D6E-3D914188BD8C}" type="pres">
      <dgm:prSet presAssocID="{2F3121CE-778E-46E2-B123-AFD5CA5B3B7A}" presName="iconBgRect" presStyleLbl="bgShp" presStyleIdx="0" presStyleCnt="3"/>
      <dgm:spPr/>
    </dgm:pt>
    <dgm:pt modelId="{6987ED95-C708-46A7-B9FC-D2C9C430576C}" type="pres">
      <dgm:prSet presAssocID="{2F3121CE-778E-46E2-B123-AFD5CA5B3B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0DDE5D14-6A71-4092-860A-AA076ADD689B}" type="pres">
      <dgm:prSet presAssocID="{2F3121CE-778E-46E2-B123-AFD5CA5B3B7A}" presName="spaceRect" presStyleCnt="0"/>
      <dgm:spPr/>
    </dgm:pt>
    <dgm:pt modelId="{5062827A-C7D7-4B39-ADE8-4A03B67AC6C3}" type="pres">
      <dgm:prSet presAssocID="{2F3121CE-778E-46E2-B123-AFD5CA5B3B7A}" presName="textRect" presStyleLbl="revTx" presStyleIdx="0" presStyleCnt="3">
        <dgm:presLayoutVars>
          <dgm:chMax val="1"/>
          <dgm:chPref val="1"/>
        </dgm:presLayoutVars>
      </dgm:prSet>
      <dgm:spPr/>
    </dgm:pt>
    <dgm:pt modelId="{1AB0D922-6336-4AC7-89F0-4E84836E0516}" type="pres">
      <dgm:prSet presAssocID="{AEFB0002-40D4-4BA6-B5FF-DD9C588D9E1E}" presName="sibTrans" presStyleCnt="0"/>
      <dgm:spPr/>
    </dgm:pt>
    <dgm:pt modelId="{32AA9707-7260-4758-BC12-51A35092A9D8}" type="pres">
      <dgm:prSet presAssocID="{46E871C3-50CC-49B5-9FF7-E3746A175A54}" presName="compNode" presStyleCnt="0"/>
      <dgm:spPr/>
    </dgm:pt>
    <dgm:pt modelId="{5A580BE0-2B3E-4A9B-9F96-A8009806B8EE}" type="pres">
      <dgm:prSet presAssocID="{46E871C3-50CC-49B5-9FF7-E3746A175A54}" presName="iconBgRect" presStyleLbl="bgShp" presStyleIdx="1" presStyleCnt="3"/>
      <dgm:spPr/>
    </dgm:pt>
    <dgm:pt modelId="{6A804B62-161E-4C2F-958F-077F94EB057E}" type="pres">
      <dgm:prSet presAssocID="{46E871C3-50CC-49B5-9FF7-E3746A175A5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6306C97-BE00-4733-88C4-8CA1BD053F5C}" type="pres">
      <dgm:prSet presAssocID="{46E871C3-50CC-49B5-9FF7-E3746A175A54}" presName="spaceRect" presStyleCnt="0"/>
      <dgm:spPr/>
    </dgm:pt>
    <dgm:pt modelId="{E691E50F-353C-4EF3-9AA1-95C88C376465}" type="pres">
      <dgm:prSet presAssocID="{46E871C3-50CC-49B5-9FF7-E3746A175A54}" presName="textRect" presStyleLbl="revTx" presStyleIdx="1" presStyleCnt="3">
        <dgm:presLayoutVars>
          <dgm:chMax val="1"/>
          <dgm:chPref val="1"/>
        </dgm:presLayoutVars>
      </dgm:prSet>
      <dgm:spPr/>
    </dgm:pt>
    <dgm:pt modelId="{0EB736EC-E196-4B3D-8838-167D2DF91012}" type="pres">
      <dgm:prSet presAssocID="{47231DE6-8F11-470F-BFEF-8D096F83F108}" presName="sibTrans" presStyleCnt="0"/>
      <dgm:spPr/>
    </dgm:pt>
    <dgm:pt modelId="{FE1DFA77-843F-46AF-B508-48D19489133F}" type="pres">
      <dgm:prSet presAssocID="{5D42157C-CD73-439A-AE9D-D9C72DB5D27A}" presName="compNode" presStyleCnt="0"/>
      <dgm:spPr/>
    </dgm:pt>
    <dgm:pt modelId="{0B5F4DA6-6153-4BF8-BD04-252BEF6A2D3D}" type="pres">
      <dgm:prSet presAssocID="{5D42157C-CD73-439A-AE9D-D9C72DB5D27A}" presName="iconBgRect" presStyleLbl="bgShp" presStyleIdx="2" presStyleCnt="3"/>
      <dgm:spPr/>
    </dgm:pt>
    <dgm:pt modelId="{75A5D702-A6BF-4BA7-A7E6-A3DB6184D944}" type="pres">
      <dgm:prSet presAssocID="{5D42157C-CD73-439A-AE9D-D9C72DB5D2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D853BA23-306A-4F67-B31E-FDE2D864FC5D}" type="pres">
      <dgm:prSet presAssocID="{5D42157C-CD73-439A-AE9D-D9C72DB5D27A}" presName="spaceRect" presStyleCnt="0"/>
      <dgm:spPr/>
    </dgm:pt>
    <dgm:pt modelId="{CF734BC9-9F08-4927-8E5E-AE981E1D28F6}" type="pres">
      <dgm:prSet presAssocID="{5D42157C-CD73-439A-AE9D-D9C72DB5D27A}" presName="textRect" presStyleLbl="revTx" presStyleIdx="2" presStyleCnt="3">
        <dgm:presLayoutVars>
          <dgm:chMax val="1"/>
          <dgm:chPref val="1"/>
        </dgm:presLayoutVars>
      </dgm:prSet>
      <dgm:spPr/>
    </dgm:pt>
  </dgm:ptLst>
  <dgm:cxnLst>
    <dgm:cxn modelId="{7A686108-EB4F-4027-8868-895C2ED3E8DA}" srcId="{DEA8934A-72C9-46F5-BF62-7CE17DB09AF9}" destId="{46E871C3-50CC-49B5-9FF7-E3746A175A54}" srcOrd="1" destOrd="0" parTransId="{911109BA-6576-4773-A0CA-8A775B04A8BB}" sibTransId="{47231DE6-8F11-470F-BFEF-8D096F83F108}"/>
    <dgm:cxn modelId="{14D4640C-3CC5-47EC-BA17-8B58B477D87B}" type="presOf" srcId="{2F3121CE-778E-46E2-B123-AFD5CA5B3B7A}" destId="{5062827A-C7D7-4B39-ADE8-4A03B67AC6C3}" srcOrd="0" destOrd="0" presId="urn:microsoft.com/office/officeart/2018/5/layout/IconCircleLabelList"/>
    <dgm:cxn modelId="{CA912B23-E65B-4932-9DEB-0D10FD943179}" srcId="{DEA8934A-72C9-46F5-BF62-7CE17DB09AF9}" destId="{5D42157C-CD73-439A-AE9D-D9C72DB5D27A}" srcOrd="2" destOrd="0" parTransId="{1A458806-07B4-4617-8B1B-F2994FC35015}" sibTransId="{22FD9D4E-EA83-4FFA-BBB4-FD3C14A38A4A}"/>
    <dgm:cxn modelId="{18109C4E-99B6-4539-A4C7-41950A9E9EA6}" type="presOf" srcId="{5D42157C-CD73-439A-AE9D-D9C72DB5D27A}" destId="{CF734BC9-9F08-4927-8E5E-AE981E1D28F6}" srcOrd="0" destOrd="0" presId="urn:microsoft.com/office/officeart/2018/5/layout/IconCircleLabelList"/>
    <dgm:cxn modelId="{BABABB6C-FEF6-45C9-9603-4A54D3E34241}" type="presOf" srcId="{DEA8934A-72C9-46F5-BF62-7CE17DB09AF9}" destId="{C44128C1-22EC-48EE-B675-CB24308101CA}" srcOrd="0" destOrd="0" presId="urn:microsoft.com/office/officeart/2018/5/layout/IconCircleLabelList"/>
    <dgm:cxn modelId="{EA09F082-9FDC-4FC2-AAF2-3EB698BFC74E}" srcId="{DEA8934A-72C9-46F5-BF62-7CE17DB09AF9}" destId="{2F3121CE-778E-46E2-B123-AFD5CA5B3B7A}" srcOrd="0" destOrd="0" parTransId="{B26B5E44-73F1-42FC-B17A-6EB6AB33D0BF}" sibTransId="{AEFB0002-40D4-4BA6-B5FF-DD9C588D9E1E}"/>
    <dgm:cxn modelId="{1D570CA5-72D8-4554-ABC3-31A1D6078E58}" type="presOf" srcId="{46E871C3-50CC-49B5-9FF7-E3746A175A54}" destId="{E691E50F-353C-4EF3-9AA1-95C88C376465}" srcOrd="0" destOrd="0" presId="urn:microsoft.com/office/officeart/2018/5/layout/IconCircleLabelList"/>
    <dgm:cxn modelId="{A51A4F78-EC0D-4179-91B4-3653EA5C0E8C}" type="presParOf" srcId="{C44128C1-22EC-48EE-B675-CB24308101CA}" destId="{6AC64F9B-960E-4BF2-9713-9D45B3D73AAF}" srcOrd="0" destOrd="0" presId="urn:microsoft.com/office/officeart/2018/5/layout/IconCircleLabelList"/>
    <dgm:cxn modelId="{94FF30AD-E9C6-4178-BFE5-3C7426693412}" type="presParOf" srcId="{6AC64F9B-960E-4BF2-9713-9D45B3D73AAF}" destId="{DE1C19A8-8078-4AB1-8D6E-3D914188BD8C}" srcOrd="0" destOrd="0" presId="urn:microsoft.com/office/officeart/2018/5/layout/IconCircleLabelList"/>
    <dgm:cxn modelId="{5872313E-8497-4F6D-9F96-9C70E0C3DAB6}" type="presParOf" srcId="{6AC64F9B-960E-4BF2-9713-9D45B3D73AAF}" destId="{6987ED95-C708-46A7-B9FC-D2C9C430576C}" srcOrd="1" destOrd="0" presId="urn:microsoft.com/office/officeart/2018/5/layout/IconCircleLabelList"/>
    <dgm:cxn modelId="{870C847D-E840-4915-8D69-46680CC5F042}" type="presParOf" srcId="{6AC64F9B-960E-4BF2-9713-9D45B3D73AAF}" destId="{0DDE5D14-6A71-4092-860A-AA076ADD689B}" srcOrd="2" destOrd="0" presId="urn:microsoft.com/office/officeart/2018/5/layout/IconCircleLabelList"/>
    <dgm:cxn modelId="{D36EE609-5804-476B-8E8B-7FEA7C1E90E5}" type="presParOf" srcId="{6AC64F9B-960E-4BF2-9713-9D45B3D73AAF}" destId="{5062827A-C7D7-4B39-ADE8-4A03B67AC6C3}" srcOrd="3" destOrd="0" presId="urn:microsoft.com/office/officeart/2018/5/layout/IconCircleLabelList"/>
    <dgm:cxn modelId="{689ECF97-9285-44F6-97AE-C168CE9E4B4C}" type="presParOf" srcId="{C44128C1-22EC-48EE-B675-CB24308101CA}" destId="{1AB0D922-6336-4AC7-89F0-4E84836E0516}" srcOrd="1" destOrd="0" presId="urn:microsoft.com/office/officeart/2018/5/layout/IconCircleLabelList"/>
    <dgm:cxn modelId="{95FD26B9-33F2-4EAF-A43F-0D2D6C1DA41F}" type="presParOf" srcId="{C44128C1-22EC-48EE-B675-CB24308101CA}" destId="{32AA9707-7260-4758-BC12-51A35092A9D8}" srcOrd="2" destOrd="0" presId="urn:microsoft.com/office/officeart/2018/5/layout/IconCircleLabelList"/>
    <dgm:cxn modelId="{CD759410-57AB-44F8-A13C-52E5932FE24E}" type="presParOf" srcId="{32AA9707-7260-4758-BC12-51A35092A9D8}" destId="{5A580BE0-2B3E-4A9B-9F96-A8009806B8EE}" srcOrd="0" destOrd="0" presId="urn:microsoft.com/office/officeart/2018/5/layout/IconCircleLabelList"/>
    <dgm:cxn modelId="{11D25015-677B-4118-9241-187961601207}" type="presParOf" srcId="{32AA9707-7260-4758-BC12-51A35092A9D8}" destId="{6A804B62-161E-4C2F-958F-077F94EB057E}" srcOrd="1" destOrd="0" presId="urn:microsoft.com/office/officeart/2018/5/layout/IconCircleLabelList"/>
    <dgm:cxn modelId="{F8FF6830-3918-441C-9B2B-8ED0F8969CD9}" type="presParOf" srcId="{32AA9707-7260-4758-BC12-51A35092A9D8}" destId="{56306C97-BE00-4733-88C4-8CA1BD053F5C}" srcOrd="2" destOrd="0" presId="urn:microsoft.com/office/officeart/2018/5/layout/IconCircleLabelList"/>
    <dgm:cxn modelId="{B67A3F1B-1043-4436-8998-6E8DE69C3B20}" type="presParOf" srcId="{32AA9707-7260-4758-BC12-51A35092A9D8}" destId="{E691E50F-353C-4EF3-9AA1-95C88C376465}" srcOrd="3" destOrd="0" presId="urn:microsoft.com/office/officeart/2018/5/layout/IconCircleLabelList"/>
    <dgm:cxn modelId="{7219607C-B3B8-41E7-9214-1CE56305F84B}" type="presParOf" srcId="{C44128C1-22EC-48EE-B675-CB24308101CA}" destId="{0EB736EC-E196-4B3D-8838-167D2DF91012}" srcOrd="3" destOrd="0" presId="urn:microsoft.com/office/officeart/2018/5/layout/IconCircleLabelList"/>
    <dgm:cxn modelId="{5186C85C-8B17-4DDB-8907-8D899068D6CA}" type="presParOf" srcId="{C44128C1-22EC-48EE-B675-CB24308101CA}" destId="{FE1DFA77-843F-46AF-B508-48D19489133F}" srcOrd="4" destOrd="0" presId="urn:microsoft.com/office/officeart/2018/5/layout/IconCircleLabelList"/>
    <dgm:cxn modelId="{96F45555-56D8-42EB-A635-0B765ADE766B}" type="presParOf" srcId="{FE1DFA77-843F-46AF-B508-48D19489133F}" destId="{0B5F4DA6-6153-4BF8-BD04-252BEF6A2D3D}" srcOrd="0" destOrd="0" presId="urn:microsoft.com/office/officeart/2018/5/layout/IconCircleLabelList"/>
    <dgm:cxn modelId="{23E8AAD6-0EF3-40A7-9310-748A4437102B}" type="presParOf" srcId="{FE1DFA77-843F-46AF-B508-48D19489133F}" destId="{75A5D702-A6BF-4BA7-A7E6-A3DB6184D944}" srcOrd="1" destOrd="0" presId="urn:microsoft.com/office/officeart/2018/5/layout/IconCircleLabelList"/>
    <dgm:cxn modelId="{449B29B9-BA9E-48FD-9069-F713FE78810A}" type="presParOf" srcId="{FE1DFA77-843F-46AF-B508-48D19489133F}" destId="{D853BA23-306A-4F67-B31E-FDE2D864FC5D}" srcOrd="2" destOrd="0" presId="urn:microsoft.com/office/officeart/2018/5/layout/IconCircleLabelList"/>
    <dgm:cxn modelId="{42335213-2AC9-43AE-A186-A1833AAE2348}" type="presParOf" srcId="{FE1DFA77-843F-46AF-B508-48D19489133F}" destId="{CF734BC9-9F08-4927-8E5E-AE981E1D28F6}"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AF74B8C-7920-4AC5-899E-472DCEB1C3C7}" type="doc">
      <dgm:prSet loTypeId="urn:microsoft.com/office/officeart/2005/8/layout/hierarchy3" loCatId="hierarchy" qsTypeId="urn:microsoft.com/office/officeart/2005/8/quickstyle/simple1" qsCatId="simple" csTypeId="urn:microsoft.com/office/officeart/2005/8/colors/colorful2" csCatId="colorful"/>
      <dgm:spPr/>
      <dgm:t>
        <a:bodyPr/>
        <a:lstStyle/>
        <a:p>
          <a:endParaRPr lang="en-US"/>
        </a:p>
      </dgm:t>
    </dgm:pt>
    <dgm:pt modelId="{152F3628-2789-4A93-B2E2-CA47B81D78D2}">
      <dgm:prSet/>
      <dgm:spPr/>
      <dgm:t>
        <a:bodyPr/>
        <a:lstStyle/>
        <a:p>
          <a:r>
            <a:rPr lang="en-US"/>
            <a:t>Hypothesis supported</a:t>
          </a:r>
        </a:p>
      </dgm:t>
    </dgm:pt>
    <dgm:pt modelId="{D9F84D63-B5F6-44B8-8B07-34E3BA4B59C9}" type="parTrans" cxnId="{11E9CA9D-CE86-4F60-9C9B-EE14370E898A}">
      <dgm:prSet/>
      <dgm:spPr/>
      <dgm:t>
        <a:bodyPr/>
        <a:lstStyle/>
        <a:p>
          <a:endParaRPr lang="en-US"/>
        </a:p>
      </dgm:t>
    </dgm:pt>
    <dgm:pt modelId="{06A8F04A-F7E5-4C1F-854B-4F8ABCAA3034}" type="sibTrans" cxnId="{11E9CA9D-CE86-4F60-9C9B-EE14370E898A}">
      <dgm:prSet/>
      <dgm:spPr/>
      <dgm:t>
        <a:bodyPr/>
        <a:lstStyle/>
        <a:p>
          <a:endParaRPr lang="en-US"/>
        </a:p>
      </dgm:t>
    </dgm:pt>
    <dgm:pt modelId="{7CEC4EB5-B515-4CA0-9530-25183199BD2D}">
      <dgm:prSet/>
      <dgm:spPr/>
      <dgm:t>
        <a:bodyPr/>
        <a:lstStyle/>
        <a:p>
          <a:r>
            <a:rPr lang="en-US"/>
            <a:t>Testing slows case growth</a:t>
          </a:r>
        </a:p>
      </dgm:t>
    </dgm:pt>
    <dgm:pt modelId="{597D0B06-AA7D-41EE-A6BA-80876275AF77}" type="parTrans" cxnId="{0B978322-ADEF-4343-8B47-63E20CDF18BE}">
      <dgm:prSet/>
      <dgm:spPr/>
      <dgm:t>
        <a:bodyPr/>
        <a:lstStyle/>
        <a:p>
          <a:endParaRPr lang="en-US"/>
        </a:p>
      </dgm:t>
    </dgm:pt>
    <dgm:pt modelId="{E97C5CD0-5F73-46BA-89F6-CCB444D73918}" type="sibTrans" cxnId="{0B978322-ADEF-4343-8B47-63E20CDF18BE}">
      <dgm:prSet/>
      <dgm:spPr/>
      <dgm:t>
        <a:bodyPr/>
        <a:lstStyle/>
        <a:p>
          <a:endParaRPr lang="en-US"/>
        </a:p>
      </dgm:t>
    </dgm:pt>
    <dgm:pt modelId="{3BF9EB18-7060-46E1-A23E-CD3712D65010}">
      <dgm:prSet/>
      <dgm:spPr/>
      <dgm:t>
        <a:bodyPr/>
        <a:lstStyle/>
        <a:p>
          <a:r>
            <a:rPr lang="en-US"/>
            <a:t>Timing matters (7–14 days)</a:t>
          </a:r>
        </a:p>
      </dgm:t>
    </dgm:pt>
    <dgm:pt modelId="{37A15785-A979-4BF5-885A-9BEB7275D783}" type="parTrans" cxnId="{C879ED11-E3E1-4A40-B54C-4C73077536EE}">
      <dgm:prSet/>
      <dgm:spPr/>
      <dgm:t>
        <a:bodyPr/>
        <a:lstStyle/>
        <a:p>
          <a:endParaRPr lang="en-US"/>
        </a:p>
      </dgm:t>
    </dgm:pt>
    <dgm:pt modelId="{418BCF22-7E65-4D75-9A4D-1336D6E260C4}" type="sibTrans" cxnId="{C879ED11-E3E1-4A40-B54C-4C73077536EE}">
      <dgm:prSet/>
      <dgm:spPr/>
      <dgm:t>
        <a:bodyPr/>
        <a:lstStyle/>
        <a:p>
          <a:endParaRPr lang="en-US"/>
        </a:p>
      </dgm:t>
    </dgm:pt>
    <dgm:pt modelId="{57440FD5-5180-EB41-AFDE-68363F8D010D}" type="pres">
      <dgm:prSet presAssocID="{DAF74B8C-7920-4AC5-899E-472DCEB1C3C7}" presName="diagram" presStyleCnt="0">
        <dgm:presLayoutVars>
          <dgm:chPref val="1"/>
          <dgm:dir/>
          <dgm:animOne val="branch"/>
          <dgm:animLvl val="lvl"/>
          <dgm:resizeHandles/>
        </dgm:presLayoutVars>
      </dgm:prSet>
      <dgm:spPr/>
    </dgm:pt>
    <dgm:pt modelId="{3E10495F-56C6-074E-97F5-24413A26D9FB}" type="pres">
      <dgm:prSet presAssocID="{152F3628-2789-4A93-B2E2-CA47B81D78D2}" presName="root" presStyleCnt="0"/>
      <dgm:spPr/>
    </dgm:pt>
    <dgm:pt modelId="{DD30A411-4265-BB48-853D-B2DE9E71EB66}" type="pres">
      <dgm:prSet presAssocID="{152F3628-2789-4A93-B2E2-CA47B81D78D2}" presName="rootComposite" presStyleCnt="0"/>
      <dgm:spPr/>
    </dgm:pt>
    <dgm:pt modelId="{3E4B3F56-85B6-F048-BD22-0288F67091D5}" type="pres">
      <dgm:prSet presAssocID="{152F3628-2789-4A93-B2E2-CA47B81D78D2}" presName="rootText" presStyleLbl="node1" presStyleIdx="0" presStyleCnt="3"/>
      <dgm:spPr/>
    </dgm:pt>
    <dgm:pt modelId="{EDD30189-71E5-8848-A63C-EEA2E92462D0}" type="pres">
      <dgm:prSet presAssocID="{152F3628-2789-4A93-B2E2-CA47B81D78D2}" presName="rootConnector" presStyleLbl="node1" presStyleIdx="0" presStyleCnt="3"/>
      <dgm:spPr/>
    </dgm:pt>
    <dgm:pt modelId="{96440021-9773-B049-8671-3C66E3D77400}" type="pres">
      <dgm:prSet presAssocID="{152F3628-2789-4A93-B2E2-CA47B81D78D2}" presName="childShape" presStyleCnt="0"/>
      <dgm:spPr/>
    </dgm:pt>
    <dgm:pt modelId="{12D22C8C-EC77-0848-80C8-1059A93DE067}" type="pres">
      <dgm:prSet presAssocID="{7CEC4EB5-B515-4CA0-9530-25183199BD2D}" presName="root" presStyleCnt="0"/>
      <dgm:spPr/>
    </dgm:pt>
    <dgm:pt modelId="{79D74673-947A-924E-84B0-747030F883D5}" type="pres">
      <dgm:prSet presAssocID="{7CEC4EB5-B515-4CA0-9530-25183199BD2D}" presName="rootComposite" presStyleCnt="0"/>
      <dgm:spPr/>
    </dgm:pt>
    <dgm:pt modelId="{A8425B9D-E750-2A4E-9AF8-69A7601537C2}" type="pres">
      <dgm:prSet presAssocID="{7CEC4EB5-B515-4CA0-9530-25183199BD2D}" presName="rootText" presStyleLbl="node1" presStyleIdx="1" presStyleCnt="3"/>
      <dgm:spPr/>
    </dgm:pt>
    <dgm:pt modelId="{1E139315-FB9E-4F49-8925-BED55345EFF4}" type="pres">
      <dgm:prSet presAssocID="{7CEC4EB5-B515-4CA0-9530-25183199BD2D}" presName="rootConnector" presStyleLbl="node1" presStyleIdx="1" presStyleCnt="3"/>
      <dgm:spPr/>
    </dgm:pt>
    <dgm:pt modelId="{8078F10A-ACF1-834A-987D-2B85367D6B8D}" type="pres">
      <dgm:prSet presAssocID="{7CEC4EB5-B515-4CA0-9530-25183199BD2D}" presName="childShape" presStyleCnt="0"/>
      <dgm:spPr/>
    </dgm:pt>
    <dgm:pt modelId="{58F5863A-62DD-7743-9A3B-23B7078B231C}" type="pres">
      <dgm:prSet presAssocID="{3BF9EB18-7060-46E1-A23E-CD3712D65010}" presName="root" presStyleCnt="0"/>
      <dgm:spPr/>
    </dgm:pt>
    <dgm:pt modelId="{294CBE54-5F0E-554E-86D9-E5431451F0CA}" type="pres">
      <dgm:prSet presAssocID="{3BF9EB18-7060-46E1-A23E-CD3712D65010}" presName="rootComposite" presStyleCnt="0"/>
      <dgm:spPr/>
    </dgm:pt>
    <dgm:pt modelId="{D81EFF0B-F139-A945-B4C3-2C753485C54F}" type="pres">
      <dgm:prSet presAssocID="{3BF9EB18-7060-46E1-A23E-CD3712D65010}" presName="rootText" presStyleLbl="node1" presStyleIdx="2" presStyleCnt="3"/>
      <dgm:spPr/>
    </dgm:pt>
    <dgm:pt modelId="{166C6DE2-7169-B640-85B3-DFE265657DA6}" type="pres">
      <dgm:prSet presAssocID="{3BF9EB18-7060-46E1-A23E-CD3712D65010}" presName="rootConnector" presStyleLbl="node1" presStyleIdx="2" presStyleCnt="3"/>
      <dgm:spPr/>
    </dgm:pt>
    <dgm:pt modelId="{89476B4A-5A92-EC47-B8EB-20CD757DA297}" type="pres">
      <dgm:prSet presAssocID="{3BF9EB18-7060-46E1-A23E-CD3712D65010}" presName="childShape" presStyleCnt="0"/>
      <dgm:spPr/>
    </dgm:pt>
  </dgm:ptLst>
  <dgm:cxnLst>
    <dgm:cxn modelId="{C879ED11-E3E1-4A40-B54C-4C73077536EE}" srcId="{DAF74B8C-7920-4AC5-899E-472DCEB1C3C7}" destId="{3BF9EB18-7060-46E1-A23E-CD3712D65010}" srcOrd="2" destOrd="0" parTransId="{37A15785-A979-4BF5-885A-9BEB7275D783}" sibTransId="{418BCF22-7E65-4D75-9A4D-1336D6E260C4}"/>
    <dgm:cxn modelId="{0B978322-ADEF-4343-8B47-63E20CDF18BE}" srcId="{DAF74B8C-7920-4AC5-899E-472DCEB1C3C7}" destId="{7CEC4EB5-B515-4CA0-9530-25183199BD2D}" srcOrd="1" destOrd="0" parTransId="{597D0B06-AA7D-41EE-A6BA-80876275AF77}" sibTransId="{E97C5CD0-5F73-46BA-89F6-CCB444D73918}"/>
    <dgm:cxn modelId="{0A949351-0C75-1040-9650-F0E4EBFDC421}" type="presOf" srcId="{3BF9EB18-7060-46E1-A23E-CD3712D65010}" destId="{166C6DE2-7169-B640-85B3-DFE265657DA6}" srcOrd="1" destOrd="0" presId="urn:microsoft.com/office/officeart/2005/8/layout/hierarchy3"/>
    <dgm:cxn modelId="{34F4CD5F-B3AC-CA4E-BD85-413958340F7A}" type="presOf" srcId="{3BF9EB18-7060-46E1-A23E-CD3712D65010}" destId="{D81EFF0B-F139-A945-B4C3-2C753485C54F}" srcOrd="0" destOrd="0" presId="urn:microsoft.com/office/officeart/2005/8/layout/hierarchy3"/>
    <dgm:cxn modelId="{11E9CA9D-CE86-4F60-9C9B-EE14370E898A}" srcId="{DAF74B8C-7920-4AC5-899E-472DCEB1C3C7}" destId="{152F3628-2789-4A93-B2E2-CA47B81D78D2}" srcOrd="0" destOrd="0" parTransId="{D9F84D63-B5F6-44B8-8B07-34E3BA4B59C9}" sibTransId="{06A8F04A-F7E5-4C1F-854B-4F8ABCAA3034}"/>
    <dgm:cxn modelId="{855E05A1-40AF-224A-9077-2A2C2E400676}" type="presOf" srcId="{DAF74B8C-7920-4AC5-899E-472DCEB1C3C7}" destId="{57440FD5-5180-EB41-AFDE-68363F8D010D}" srcOrd="0" destOrd="0" presId="urn:microsoft.com/office/officeart/2005/8/layout/hierarchy3"/>
    <dgm:cxn modelId="{64CD26C1-9AD3-C941-94DA-85BCB9B0CEFE}" type="presOf" srcId="{7CEC4EB5-B515-4CA0-9530-25183199BD2D}" destId="{A8425B9D-E750-2A4E-9AF8-69A7601537C2}" srcOrd="0" destOrd="0" presId="urn:microsoft.com/office/officeart/2005/8/layout/hierarchy3"/>
    <dgm:cxn modelId="{38AD30C4-7D86-3747-B311-B7763504FEB0}" type="presOf" srcId="{7CEC4EB5-B515-4CA0-9530-25183199BD2D}" destId="{1E139315-FB9E-4F49-8925-BED55345EFF4}" srcOrd="1" destOrd="0" presId="urn:microsoft.com/office/officeart/2005/8/layout/hierarchy3"/>
    <dgm:cxn modelId="{75F3D1E1-145B-5748-AABD-985AD905B0D0}" type="presOf" srcId="{152F3628-2789-4A93-B2E2-CA47B81D78D2}" destId="{3E4B3F56-85B6-F048-BD22-0288F67091D5}" srcOrd="0" destOrd="0" presId="urn:microsoft.com/office/officeart/2005/8/layout/hierarchy3"/>
    <dgm:cxn modelId="{0116F8EA-649A-8040-A57C-6A2199457FF4}" type="presOf" srcId="{152F3628-2789-4A93-B2E2-CA47B81D78D2}" destId="{EDD30189-71E5-8848-A63C-EEA2E92462D0}" srcOrd="1" destOrd="0" presId="urn:microsoft.com/office/officeart/2005/8/layout/hierarchy3"/>
    <dgm:cxn modelId="{9737DE7D-5AF4-AD49-9549-CD8012702B09}" type="presParOf" srcId="{57440FD5-5180-EB41-AFDE-68363F8D010D}" destId="{3E10495F-56C6-074E-97F5-24413A26D9FB}" srcOrd="0" destOrd="0" presId="urn:microsoft.com/office/officeart/2005/8/layout/hierarchy3"/>
    <dgm:cxn modelId="{69C979C3-0D8A-2E45-A869-87851F0399B5}" type="presParOf" srcId="{3E10495F-56C6-074E-97F5-24413A26D9FB}" destId="{DD30A411-4265-BB48-853D-B2DE9E71EB66}" srcOrd="0" destOrd="0" presId="urn:microsoft.com/office/officeart/2005/8/layout/hierarchy3"/>
    <dgm:cxn modelId="{7752E27F-587F-354D-8208-B9F7310A8AB7}" type="presParOf" srcId="{DD30A411-4265-BB48-853D-B2DE9E71EB66}" destId="{3E4B3F56-85B6-F048-BD22-0288F67091D5}" srcOrd="0" destOrd="0" presId="urn:microsoft.com/office/officeart/2005/8/layout/hierarchy3"/>
    <dgm:cxn modelId="{D3BDE119-10FA-EA49-9F7C-3F7CAC52D8E5}" type="presParOf" srcId="{DD30A411-4265-BB48-853D-B2DE9E71EB66}" destId="{EDD30189-71E5-8848-A63C-EEA2E92462D0}" srcOrd="1" destOrd="0" presId="urn:microsoft.com/office/officeart/2005/8/layout/hierarchy3"/>
    <dgm:cxn modelId="{704DB2E9-5969-CB45-B4D4-196EBE392B49}" type="presParOf" srcId="{3E10495F-56C6-074E-97F5-24413A26D9FB}" destId="{96440021-9773-B049-8671-3C66E3D77400}" srcOrd="1" destOrd="0" presId="urn:microsoft.com/office/officeart/2005/8/layout/hierarchy3"/>
    <dgm:cxn modelId="{FAEA4E1B-2F7B-B942-9C67-8783C1CE0F9D}" type="presParOf" srcId="{57440FD5-5180-EB41-AFDE-68363F8D010D}" destId="{12D22C8C-EC77-0848-80C8-1059A93DE067}" srcOrd="1" destOrd="0" presId="urn:microsoft.com/office/officeart/2005/8/layout/hierarchy3"/>
    <dgm:cxn modelId="{8CE91FB3-FA15-2343-B2CD-9E098AFE6ED1}" type="presParOf" srcId="{12D22C8C-EC77-0848-80C8-1059A93DE067}" destId="{79D74673-947A-924E-84B0-747030F883D5}" srcOrd="0" destOrd="0" presId="urn:microsoft.com/office/officeart/2005/8/layout/hierarchy3"/>
    <dgm:cxn modelId="{8FF50D44-CB01-834E-B38E-6BCBE5A44442}" type="presParOf" srcId="{79D74673-947A-924E-84B0-747030F883D5}" destId="{A8425B9D-E750-2A4E-9AF8-69A7601537C2}" srcOrd="0" destOrd="0" presId="urn:microsoft.com/office/officeart/2005/8/layout/hierarchy3"/>
    <dgm:cxn modelId="{1097E27A-9763-704D-80A9-480BF8E7C62E}" type="presParOf" srcId="{79D74673-947A-924E-84B0-747030F883D5}" destId="{1E139315-FB9E-4F49-8925-BED55345EFF4}" srcOrd="1" destOrd="0" presId="urn:microsoft.com/office/officeart/2005/8/layout/hierarchy3"/>
    <dgm:cxn modelId="{62F2B4FD-3779-D642-98B6-CCBBDA063DCD}" type="presParOf" srcId="{12D22C8C-EC77-0848-80C8-1059A93DE067}" destId="{8078F10A-ACF1-834A-987D-2B85367D6B8D}" srcOrd="1" destOrd="0" presId="urn:microsoft.com/office/officeart/2005/8/layout/hierarchy3"/>
    <dgm:cxn modelId="{4B1D28C7-596A-234F-885F-3B6EE0EFD8A8}" type="presParOf" srcId="{57440FD5-5180-EB41-AFDE-68363F8D010D}" destId="{58F5863A-62DD-7743-9A3B-23B7078B231C}" srcOrd="2" destOrd="0" presId="urn:microsoft.com/office/officeart/2005/8/layout/hierarchy3"/>
    <dgm:cxn modelId="{429C97AA-0407-D447-A730-2E3FE9A8BD31}" type="presParOf" srcId="{58F5863A-62DD-7743-9A3B-23B7078B231C}" destId="{294CBE54-5F0E-554E-86D9-E5431451F0CA}" srcOrd="0" destOrd="0" presId="urn:microsoft.com/office/officeart/2005/8/layout/hierarchy3"/>
    <dgm:cxn modelId="{65BBC320-E931-8244-9A70-BCDDBE116C8B}" type="presParOf" srcId="{294CBE54-5F0E-554E-86D9-E5431451F0CA}" destId="{D81EFF0B-F139-A945-B4C3-2C753485C54F}" srcOrd="0" destOrd="0" presId="urn:microsoft.com/office/officeart/2005/8/layout/hierarchy3"/>
    <dgm:cxn modelId="{B8F10822-8454-D24B-A44E-91EF53A443FD}" type="presParOf" srcId="{294CBE54-5F0E-554E-86D9-E5431451F0CA}" destId="{166C6DE2-7169-B640-85B3-DFE265657DA6}" srcOrd="1" destOrd="0" presId="urn:microsoft.com/office/officeart/2005/8/layout/hierarchy3"/>
    <dgm:cxn modelId="{49A8F074-D62A-6348-9873-6FF648ABBDDD}" type="presParOf" srcId="{58F5863A-62DD-7743-9A3B-23B7078B231C}" destId="{89476B4A-5A92-EC47-B8EB-20CD757DA297}"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3664FE7-CE21-4A3D-A865-59B42C768EA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737B4A12-CE7F-4F3B-9071-CDC887AA3658}">
      <dgm:prSet/>
      <dgm:spPr/>
      <dgm:t>
        <a:bodyPr/>
        <a:lstStyle/>
        <a:p>
          <a:r>
            <a:rPr lang="en-US"/>
            <a:t>Add more health-system variables</a:t>
          </a:r>
        </a:p>
      </dgm:t>
    </dgm:pt>
    <dgm:pt modelId="{72E2DE35-C067-450E-BFAC-67329E464DB6}" type="parTrans" cxnId="{567BCF82-E376-4912-897C-C50047F290CA}">
      <dgm:prSet/>
      <dgm:spPr/>
      <dgm:t>
        <a:bodyPr/>
        <a:lstStyle/>
        <a:p>
          <a:endParaRPr lang="en-US"/>
        </a:p>
      </dgm:t>
    </dgm:pt>
    <dgm:pt modelId="{13497034-CDD5-4F6A-9CC2-9D938744AFE1}" type="sibTrans" cxnId="{567BCF82-E376-4912-897C-C50047F290CA}">
      <dgm:prSet/>
      <dgm:spPr/>
      <dgm:t>
        <a:bodyPr/>
        <a:lstStyle/>
        <a:p>
          <a:endParaRPr lang="en-US"/>
        </a:p>
      </dgm:t>
    </dgm:pt>
    <dgm:pt modelId="{6058DB15-E4B0-4402-8C6C-2FCD8038F10E}">
      <dgm:prSet/>
      <dgm:spPr/>
      <dgm:t>
        <a:bodyPr/>
        <a:lstStyle/>
        <a:p>
          <a:r>
            <a:rPr lang="en-US"/>
            <a:t>Use advanced causal inference</a:t>
          </a:r>
        </a:p>
      </dgm:t>
    </dgm:pt>
    <dgm:pt modelId="{08E07E62-1537-4174-BC50-7B9EBF970721}" type="parTrans" cxnId="{C7EFB8C9-0B52-45E2-AA38-20C5379112BA}">
      <dgm:prSet/>
      <dgm:spPr/>
      <dgm:t>
        <a:bodyPr/>
        <a:lstStyle/>
        <a:p>
          <a:endParaRPr lang="en-US"/>
        </a:p>
      </dgm:t>
    </dgm:pt>
    <dgm:pt modelId="{60ECBAC3-707E-4648-B772-721D4804DA8F}" type="sibTrans" cxnId="{C7EFB8C9-0B52-45E2-AA38-20C5379112BA}">
      <dgm:prSet/>
      <dgm:spPr/>
      <dgm:t>
        <a:bodyPr/>
        <a:lstStyle/>
        <a:p>
          <a:endParaRPr lang="en-US"/>
        </a:p>
      </dgm:t>
    </dgm:pt>
    <dgm:pt modelId="{E9E1FBE2-4D48-478F-9DDE-7C9898C32FBE}">
      <dgm:prSet/>
      <dgm:spPr/>
      <dgm:t>
        <a:bodyPr/>
        <a:lstStyle/>
        <a:p>
          <a:r>
            <a:rPr lang="en-US"/>
            <a:t>Integrate real-time dashboards</a:t>
          </a:r>
        </a:p>
      </dgm:t>
    </dgm:pt>
    <dgm:pt modelId="{D337C530-0365-48C5-BCF0-E620D7AC87D8}" type="parTrans" cxnId="{AA1A1870-C6E7-4640-8C98-0971A0283849}">
      <dgm:prSet/>
      <dgm:spPr/>
      <dgm:t>
        <a:bodyPr/>
        <a:lstStyle/>
        <a:p>
          <a:endParaRPr lang="en-US"/>
        </a:p>
      </dgm:t>
    </dgm:pt>
    <dgm:pt modelId="{67E30137-0C5C-43FC-8707-949264677E60}" type="sibTrans" cxnId="{AA1A1870-C6E7-4640-8C98-0971A0283849}">
      <dgm:prSet/>
      <dgm:spPr/>
      <dgm:t>
        <a:bodyPr/>
        <a:lstStyle/>
        <a:p>
          <a:endParaRPr lang="en-US"/>
        </a:p>
      </dgm:t>
    </dgm:pt>
    <dgm:pt modelId="{E6E4A8FF-63E9-4940-A180-F024A24CDA5B}" type="pres">
      <dgm:prSet presAssocID="{03664FE7-CE21-4A3D-A865-59B42C768EA0}" presName="root" presStyleCnt="0">
        <dgm:presLayoutVars>
          <dgm:dir/>
          <dgm:resizeHandles val="exact"/>
        </dgm:presLayoutVars>
      </dgm:prSet>
      <dgm:spPr/>
    </dgm:pt>
    <dgm:pt modelId="{959240A0-352E-4E60-AD0B-B6298A5ECA74}" type="pres">
      <dgm:prSet presAssocID="{737B4A12-CE7F-4F3B-9071-CDC887AA3658}" presName="compNode" presStyleCnt="0"/>
      <dgm:spPr/>
    </dgm:pt>
    <dgm:pt modelId="{D582B1C7-4C1F-4634-A3AA-736F3F194CAB}" type="pres">
      <dgm:prSet presAssocID="{737B4A12-CE7F-4F3B-9071-CDC887AA36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EE8FB7E3-D20F-449B-B614-6D1A4B7EF1E0}" type="pres">
      <dgm:prSet presAssocID="{737B4A12-CE7F-4F3B-9071-CDC887AA3658}" presName="spaceRect" presStyleCnt="0"/>
      <dgm:spPr/>
    </dgm:pt>
    <dgm:pt modelId="{42E4D494-34EA-4681-A238-6B28411ECD26}" type="pres">
      <dgm:prSet presAssocID="{737B4A12-CE7F-4F3B-9071-CDC887AA3658}" presName="textRect" presStyleLbl="revTx" presStyleIdx="0" presStyleCnt="3">
        <dgm:presLayoutVars>
          <dgm:chMax val="1"/>
          <dgm:chPref val="1"/>
        </dgm:presLayoutVars>
      </dgm:prSet>
      <dgm:spPr/>
    </dgm:pt>
    <dgm:pt modelId="{15A2994E-5681-4A71-B308-CEB284571ED7}" type="pres">
      <dgm:prSet presAssocID="{13497034-CDD5-4F6A-9CC2-9D938744AFE1}" presName="sibTrans" presStyleCnt="0"/>
      <dgm:spPr/>
    </dgm:pt>
    <dgm:pt modelId="{048DED17-2B5F-4473-B512-D42F0CF94248}" type="pres">
      <dgm:prSet presAssocID="{6058DB15-E4B0-4402-8C6C-2FCD8038F10E}" presName="compNode" presStyleCnt="0"/>
      <dgm:spPr/>
    </dgm:pt>
    <dgm:pt modelId="{43793E5E-883C-400C-B8BA-18FC37D08E7A}" type="pres">
      <dgm:prSet presAssocID="{6058DB15-E4B0-4402-8C6C-2FCD8038F10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F3E84138-CB20-4842-9FA9-FD1D150C881C}" type="pres">
      <dgm:prSet presAssocID="{6058DB15-E4B0-4402-8C6C-2FCD8038F10E}" presName="spaceRect" presStyleCnt="0"/>
      <dgm:spPr/>
    </dgm:pt>
    <dgm:pt modelId="{B9667C2C-490D-47BF-8E0D-13ABA0521DF0}" type="pres">
      <dgm:prSet presAssocID="{6058DB15-E4B0-4402-8C6C-2FCD8038F10E}" presName="textRect" presStyleLbl="revTx" presStyleIdx="1" presStyleCnt="3">
        <dgm:presLayoutVars>
          <dgm:chMax val="1"/>
          <dgm:chPref val="1"/>
        </dgm:presLayoutVars>
      </dgm:prSet>
      <dgm:spPr/>
    </dgm:pt>
    <dgm:pt modelId="{AF76E727-A989-49CD-850B-19E2425443DA}" type="pres">
      <dgm:prSet presAssocID="{60ECBAC3-707E-4648-B772-721D4804DA8F}" presName="sibTrans" presStyleCnt="0"/>
      <dgm:spPr/>
    </dgm:pt>
    <dgm:pt modelId="{ABEC3140-59FF-41A2-BB2C-E345328378D3}" type="pres">
      <dgm:prSet presAssocID="{E9E1FBE2-4D48-478F-9DDE-7C9898C32FBE}" presName="compNode" presStyleCnt="0"/>
      <dgm:spPr/>
    </dgm:pt>
    <dgm:pt modelId="{5FE9D2F2-C38C-468F-A068-844D35A10A6A}" type="pres">
      <dgm:prSet presAssocID="{E9E1FBE2-4D48-478F-9DDE-7C9898C32F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462E91A3-6221-491D-9CC0-4F0868DD4B31}" type="pres">
      <dgm:prSet presAssocID="{E9E1FBE2-4D48-478F-9DDE-7C9898C32FBE}" presName="spaceRect" presStyleCnt="0"/>
      <dgm:spPr/>
    </dgm:pt>
    <dgm:pt modelId="{70DE90FA-3627-471B-BE0A-D0191ACD69F0}" type="pres">
      <dgm:prSet presAssocID="{E9E1FBE2-4D48-478F-9DDE-7C9898C32FBE}" presName="textRect" presStyleLbl="revTx" presStyleIdx="2" presStyleCnt="3">
        <dgm:presLayoutVars>
          <dgm:chMax val="1"/>
          <dgm:chPref val="1"/>
        </dgm:presLayoutVars>
      </dgm:prSet>
      <dgm:spPr/>
    </dgm:pt>
  </dgm:ptLst>
  <dgm:cxnLst>
    <dgm:cxn modelId="{5FBF2F1A-0A56-4B85-80DA-9852C27FBE45}" type="presOf" srcId="{03664FE7-CE21-4A3D-A865-59B42C768EA0}" destId="{E6E4A8FF-63E9-4940-A180-F024A24CDA5B}" srcOrd="0" destOrd="0" presId="urn:microsoft.com/office/officeart/2018/2/layout/IconLabelList"/>
    <dgm:cxn modelId="{E6AE4567-07DC-4DFB-9A9B-A922660A0975}" type="presOf" srcId="{737B4A12-CE7F-4F3B-9071-CDC887AA3658}" destId="{42E4D494-34EA-4681-A238-6B28411ECD26}" srcOrd="0" destOrd="0" presId="urn:microsoft.com/office/officeart/2018/2/layout/IconLabelList"/>
    <dgm:cxn modelId="{AA1A1870-C6E7-4640-8C98-0971A0283849}" srcId="{03664FE7-CE21-4A3D-A865-59B42C768EA0}" destId="{E9E1FBE2-4D48-478F-9DDE-7C9898C32FBE}" srcOrd="2" destOrd="0" parTransId="{D337C530-0365-48C5-BCF0-E620D7AC87D8}" sibTransId="{67E30137-0C5C-43FC-8707-949264677E60}"/>
    <dgm:cxn modelId="{567BCF82-E376-4912-897C-C50047F290CA}" srcId="{03664FE7-CE21-4A3D-A865-59B42C768EA0}" destId="{737B4A12-CE7F-4F3B-9071-CDC887AA3658}" srcOrd="0" destOrd="0" parTransId="{72E2DE35-C067-450E-BFAC-67329E464DB6}" sibTransId="{13497034-CDD5-4F6A-9CC2-9D938744AFE1}"/>
    <dgm:cxn modelId="{D2FCBAA0-231E-487F-B6B8-8CDBAD166181}" type="presOf" srcId="{6058DB15-E4B0-4402-8C6C-2FCD8038F10E}" destId="{B9667C2C-490D-47BF-8E0D-13ABA0521DF0}" srcOrd="0" destOrd="0" presId="urn:microsoft.com/office/officeart/2018/2/layout/IconLabelList"/>
    <dgm:cxn modelId="{C7EFB8C9-0B52-45E2-AA38-20C5379112BA}" srcId="{03664FE7-CE21-4A3D-A865-59B42C768EA0}" destId="{6058DB15-E4B0-4402-8C6C-2FCD8038F10E}" srcOrd="1" destOrd="0" parTransId="{08E07E62-1537-4174-BC50-7B9EBF970721}" sibTransId="{60ECBAC3-707E-4648-B772-721D4804DA8F}"/>
    <dgm:cxn modelId="{70D74AFF-8163-45F5-8D67-60A4A4C0C770}" type="presOf" srcId="{E9E1FBE2-4D48-478F-9DDE-7C9898C32FBE}" destId="{70DE90FA-3627-471B-BE0A-D0191ACD69F0}" srcOrd="0" destOrd="0" presId="urn:microsoft.com/office/officeart/2018/2/layout/IconLabelList"/>
    <dgm:cxn modelId="{4A9210F8-4C56-4069-839D-7054DD47339A}" type="presParOf" srcId="{E6E4A8FF-63E9-4940-A180-F024A24CDA5B}" destId="{959240A0-352E-4E60-AD0B-B6298A5ECA74}" srcOrd="0" destOrd="0" presId="urn:microsoft.com/office/officeart/2018/2/layout/IconLabelList"/>
    <dgm:cxn modelId="{156645DF-CA73-46CF-8A20-E2ED844628A9}" type="presParOf" srcId="{959240A0-352E-4E60-AD0B-B6298A5ECA74}" destId="{D582B1C7-4C1F-4634-A3AA-736F3F194CAB}" srcOrd="0" destOrd="0" presId="urn:microsoft.com/office/officeart/2018/2/layout/IconLabelList"/>
    <dgm:cxn modelId="{8B9434E5-B773-4FAD-861A-86F63795D218}" type="presParOf" srcId="{959240A0-352E-4E60-AD0B-B6298A5ECA74}" destId="{EE8FB7E3-D20F-449B-B614-6D1A4B7EF1E0}" srcOrd="1" destOrd="0" presId="urn:microsoft.com/office/officeart/2018/2/layout/IconLabelList"/>
    <dgm:cxn modelId="{F7C59279-0293-4F54-A039-F8BBBB9C429C}" type="presParOf" srcId="{959240A0-352E-4E60-AD0B-B6298A5ECA74}" destId="{42E4D494-34EA-4681-A238-6B28411ECD26}" srcOrd="2" destOrd="0" presId="urn:microsoft.com/office/officeart/2018/2/layout/IconLabelList"/>
    <dgm:cxn modelId="{D84C926E-8C2A-4F5F-96B4-2B536919F112}" type="presParOf" srcId="{E6E4A8FF-63E9-4940-A180-F024A24CDA5B}" destId="{15A2994E-5681-4A71-B308-CEB284571ED7}" srcOrd="1" destOrd="0" presId="urn:microsoft.com/office/officeart/2018/2/layout/IconLabelList"/>
    <dgm:cxn modelId="{7E2B7B1D-DC70-4046-A5E0-79CB8AE3D5EB}" type="presParOf" srcId="{E6E4A8FF-63E9-4940-A180-F024A24CDA5B}" destId="{048DED17-2B5F-4473-B512-D42F0CF94248}" srcOrd="2" destOrd="0" presId="urn:microsoft.com/office/officeart/2018/2/layout/IconLabelList"/>
    <dgm:cxn modelId="{01C1BCE4-E460-4767-B3E1-387A89644B80}" type="presParOf" srcId="{048DED17-2B5F-4473-B512-D42F0CF94248}" destId="{43793E5E-883C-400C-B8BA-18FC37D08E7A}" srcOrd="0" destOrd="0" presId="urn:microsoft.com/office/officeart/2018/2/layout/IconLabelList"/>
    <dgm:cxn modelId="{2CF16320-1C9E-4925-96A6-C7EC57C2D6E0}" type="presParOf" srcId="{048DED17-2B5F-4473-B512-D42F0CF94248}" destId="{F3E84138-CB20-4842-9FA9-FD1D150C881C}" srcOrd="1" destOrd="0" presId="urn:microsoft.com/office/officeart/2018/2/layout/IconLabelList"/>
    <dgm:cxn modelId="{59F51E38-D356-492E-8C7C-6DBCF1B90348}" type="presParOf" srcId="{048DED17-2B5F-4473-B512-D42F0CF94248}" destId="{B9667C2C-490D-47BF-8E0D-13ABA0521DF0}" srcOrd="2" destOrd="0" presId="urn:microsoft.com/office/officeart/2018/2/layout/IconLabelList"/>
    <dgm:cxn modelId="{521FB788-E856-4603-A11D-D6ED7BF1FD2A}" type="presParOf" srcId="{E6E4A8FF-63E9-4940-A180-F024A24CDA5B}" destId="{AF76E727-A989-49CD-850B-19E2425443DA}" srcOrd="3" destOrd="0" presId="urn:microsoft.com/office/officeart/2018/2/layout/IconLabelList"/>
    <dgm:cxn modelId="{794B4895-599D-4774-A9EF-4AE417F044AB}" type="presParOf" srcId="{E6E4A8FF-63E9-4940-A180-F024A24CDA5B}" destId="{ABEC3140-59FF-41A2-BB2C-E345328378D3}" srcOrd="4" destOrd="0" presId="urn:microsoft.com/office/officeart/2018/2/layout/IconLabelList"/>
    <dgm:cxn modelId="{BDFEAB7B-EC76-46CF-8D63-B9254DA98460}" type="presParOf" srcId="{ABEC3140-59FF-41A2-BB2C-E345328378D3}" destId="{5FE9D2F2-C38C-468F-A068-844D35A10A6A}" srcOrd="0" destOrd="0" presId="urn:microsoft.com/office/officeart/2018/2/layout/IconLabelList"/>
    <dgm:cxn modelId="{4D1BE23A-4E5D-49AD-8BA4-54004FEC06DD}" type="presParOf" srcId="{ABEC3140-59FF-41A2-BB2C-E345328378D3}" destId="{462E91A3-6221-491D-9CC0-4F0868DD4B31}" srcOrd="1" destOrd="0" presId="urn:microsoft.com/office/officeart/2018/2/layout/IconLabelList"/>
    <dgm:cxn modelId="{E1417818-5DB5-4E0D-AA0D-48EBE15711E7}" type="presParOf" srcId="{ABEC3140-59FF-41A2-BB2C-E345328378D3}" destId="{70DE90FA-3627-471B-BE0A-D0191ACD69F0}"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8C338-C913-424E-989C-986A30FC36C6}">
      <dsp:nvSpPr>
        <dsp:cNvPr id="0" name=""/>
        <dsp:cNvSpPr/>
      </dsp:nvSpPr>
      <dsp:spPr>
        <a:xfrm>
          <a:off x="2350307" y="0"/>
          <a:ext cx="3467542" cy="3467542"/>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B7797A-5D0A-3A47-B6C5-1BB7AB2AF68F}">
      <dsp:nvSpPr>
        <dsp:cNvPr id="0" name=""/>
        <dsp:cNvSpPr/>
      </dsp:nvSpPr>
      <dsp:spPr>
        <a:xfrm>
          <a:off x="2679723" y="329416"/>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Problem: unclear global evidence on testing effectiveness</a:t>
          </a:r>
        </a:p>
      </dsp:txBody>
      <dsp:txXfrm>
        <a:off x="2745739" y="395432"/>
        <a:ext cx="1220309" cy="1220309"/>
      </dsp:txXfrm>
    </dsp:sp>
    <dsp:sp modelId="{6B463EF5-52A5-D94C-B46B-DE6054783F5C}">
      <dsp:nvSpPr>
        <dsp:cNvPr id="0" name=""/>
        <dsp:cNvSpPr/>
      </dsp:nvSpPr>
      <dsp:spPr>
        <a:xfrm>
          <a:off x="4136091" y="329416"/>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Many studies examine testing OR outcomes, but not both</a:t>
          </a:r>
        </a:p>
      </dsp:txBody>
      <dsp:txXfrm>
        <a:off x="4202107" y="395432"/>
        <a:ext cx="1220309" cy="1220309"/>
      </dsp:txXfrm>
    </dsp:sp>
    <dsp:sp modelId="{E092EBD4-7376-B949-9377-1666C87E13A9}">
      <dsp:nvSpPr>
        <dsp:cNvPr id="0" name=""/>
        <dsp:cNvSpPr/>
      </dsp:nvSpPr>
      <dsp:spPr>
        <a:xfrm>
          <a:off x="2679723" y="1785784"/>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Need for standardized cross-country analysis</a:t>
          </a:r>
        </a:p>
      </dsp:txBody>
      <dsp:txXfrm>
        <a:off x="2745739" y="1851800"/>
        <a:ext cx="1220309" cy="1220309"/>
      </dsp:txXfrm>
    </dsp:sp>
    <dsp:sp modelId="{4B04B4B2-2CFD-794E-8B4A-F62D993DB483}">
      <dsp:nvSpPr>
        <dsp:cNvPr id="0" name=""/>
        <dsp:cNvSpPr/>
      </dsp:nvSpPr>
      <dsp:spPr>
        <a:xfrm>
          <a:off x="4136091" y="1785784"/>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Real-world relevance for future pandemics</a:t>
          </a:r>
        </a:p>
      </dsp:txBody>
      <dsp:txXfrm>
        <a:off x="4202107" y="1851800"/>
        <a:ext cx="1220309" cy="12203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6370F-7990-264A-A00C-8769E8C5C930}">
      <dsp:nvSpPr>
        <dsp:cNvPr id="0" name=""/>
        <dsp:cNvSpPr/>
      </dsp:nvSpPr>
      <dsp:spPr>
        <a:xfrm>
          <a:off x="0" y="0"/>
          <a:ext cx="7744967" cy="65121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Early testing linked to reduced spread</a:t>
          </a:r>
        </a:p>
      </dsp:txBody>
      <dsp:txXfrm>
        <a:off x="19073" y="19073"/>
        <a:ext cx="6966068" cy="613066"/>
      </dsp:txXfrm>
    </dsp:sp>
    <dsp:sp modelId="{A2BC8CEB-4D87-4441-B7FD-6B4DC82FF338}">
      <dsp:nvSpPr>
        <dsp:cNvPr id="0" name=""/>
        <dsp:cNvSpPr/>
      </dsp:nvSpPr>
      <dsp:spPr>
        <a:xfrm>
          <a:off x="578358" y="741658"/>
          <a:ext cx="7744967" cy="651212"/>
        </a:xfrm>
        <a:prstGeom prst="roundRect">
          <a:avLst>
            <a:gd name="adj" fmla="val 10000"/>
          </a:avLst>
        </a:prstGeom>
        <a:solidFill>
          <a:schemeClr val="accent2">
            <a:hueOff val="476947"/>
            <a:satOff val="-10882"/>
            <a:lumOff val="402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Underreporting affected national statistics</a:t>
          </a:r>
        </a:p>
      </dsp:txBody>
      <dsp:txXfrm>
        <a:off x="597431" y="760731"/>
        <a:ext cx="6705176" cy="613066"/>
      </dsp:txXfrm>
    </dsp:sp>
    <dsp:sp modelId="{B0D487A7-34BB-6749-983C-DB2CB61B7B07}">
      <dsp:nvSpPr>
        <dsp:cNvPr id="0" name=""/>
        <dsp:cNvSpPr/>
      </dsp:nvSpPr>
      <dsp:spPr>
        <a:xfrm>
          <a:off x="1156716" y="1483316"/>
          <a:ext cx="7744967" cy="651212"/>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Hospitals overwhelmed → higher mortality</a:t>
          </a:r>
        </a:p>
      </dsp:txBody>
      <dsp:txXfrm>
        <a:off x="1175789" y="1502389"/>
        <a:ext cx="6705176" cy="613066"/>
      </dsp:txXfrm>
    </dsp:sp>
    <dsp:sp modelId="{C8BB161E-9A81-9349-932A-C8E65C44D0D4}">
      <dsp:nvSpPr>
        <dsp:cNvPr id="0" name=""/>
        <dsp:cNvSpPr/>
      </dsp:nvSpPr>
      <dsp:spPr>
        <a:xfrm>
          <a:off x="1735073" y="2224974"/>
          <a:ext cx="7744967" cy="651212"/>
        </a:xfrm>
        <a:prstGeom prst="roundRect">
          <a:avLst>
            <a:gd name="adj" fmla="val 10000"/>
          </a:avLst>
        </a:prstGeom>
        <a:solidFill>
          <a:schemeClr val="accent2">
            <a:hueOff val="1430842"/>
            <a:satOff val="-32646"/>
            <a:lumOff val="1205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Policies like lockdowns more effective with testing</a:t>
          </a:r>
        </a:p>
      </dsp:txBody>
      <dsp:txXfrm>
        <a:off x="1754146" y="2244047"/>
        <a:ext cx="6705176" cy="613066"/>
      </dsp:txXfrm>
    </dsp:sp>
    <dsp:sp modelId="{17B19674-C9D1-6A4F-A254-6AED4D240223}">
      <dsp:nvSpPr>
        <dsp:cNvPr id="0" name=""/>
        <dsp:cNvSpPr/>
      </dsp:nvSpPr>
      <dsp:spPr>
        <a:xfrm>
          <a:off x="2313432" y="2966632"/>
          <a:ext cx="7744967" cy="651212"/>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Need for integrated analyses</a:t>
          </a:r>
        </a:p>
      </dsp:txBody>
      <dsp:txXfrm>
        <a:off x="2332505" y="2985705"/>
        <a:ext cx="6705176" cy="613066"/>
      </dsp:txXfrm>
    </dsp:sp>
    <dsp:sp modelId="{6F6C3C54-D4CB-3E42-B35B-A54CF2D3B65B}">
      <dsp:nvSpPr>
        <dsp:cNvPr id="0" name=""/>
        <dsp:cNvSpPr/>
      </dsp:nvSpPr>
      <dsp:spPr>
        <a:xfrm>
          <a:off x="7321680" y="475746"/>
          <a:ext cx="423287" cy="42328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416920" y="475746"/>
        <a:ext cx="232807" cy="318523"/>
      </dsp:txXfrm>
    </dsp:sp>
    <dsp:sp modelId="{41C629BA-E9F2-FD47-A291-609275B5A0C5}">
      <dsp:nvSpPr>
        <dsp:cNvPr id="0" name=""/>
        <dsp:cNvSpPr/>
      </dsp:nvSpPr>
      <dsp:spPr>
        <a:xfrm>
          <a:off x="7900038" y="1217404"/>
          <a:ext cx="423287" cy="423287"/>
        </a:xfrm>
        <a:prstGeom prst="downArrow">
          <a:avLst>
            <a:gd name="adj1" fmla="val 55000"/>
            <a:gd name="adj2" fmla="val 45000"/>
          </a:avLst>
        </a:prstGeom>
        <a:solidFill>
          <a:schemeClr val="accent2">
            <a:tint val="40000"/>
            <a:alpha val="90000"/>
            <a:hueOff val="658187"/>
            <a:satOff val="-1724"/>
            <a:lumOff val="617"/>
            <a:alphaOff val="0"/>
          </a:schemeClr>
        </a:solidFill>
        <a:ln w="12700" cap="flat" cmpd="sng" algn="ctr">
          <a:solidFill>
            <a:schemeClr val="accent2">
              <a:tint val="40000"/>
              <a:alpha val="90000"/>
              <a:hueOff val="658187"/>
              <a:satOff val="-1724"/>
              <a:lumOff val="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995278" y="1217404"/>
        <a:ext cx="232807" cy="318523"/>
      </dsp:txXfrm>
    </dsp:sp>
    <dsp:sp modelId="{CEC17AE2-DCBD-7A4B-B3D5-454DCE42B9ED}">
      <dsp:nvSpPr>
        <dsp:cNvPr id="0" name=""/>
        <dsp:cNvSpPr/>
      </dsp:nvSpPr>
      <dsp:spPr>
        <a:xfrm>
          <a:off x="8478396" y="1948209"/>
          <a:ext cx="423287" cy="423287"/>
        </a:xfrm>
        <a:prstGeom prst="downArrow">
          <a:avLst>
            <a:gd name="adj1" fmla="val 55000"/>
            <a:gd name="adj2" fmla="val 45000"/>
          </a:avLst>
        </a:prstGeom>
        <a:solidFill>
          <a:schemeClr val="accent2">
            <a:tint val="40000"/>
            <a:alpha val="90000"/>
            <a:hueOff val="1316374"/>
            <a:satOff val="-3449"/>
            <a:lumOff val="1235"/>
            <a:alphaOff val="0"/>
          </a:schemeClr>
        </a:solidFill>
        <a:ln w="12700" cap="flat" cmpd="sng" algn="ctr">
          <a:solidFill>
            <a:schemeClr val="accent2">
              <a:tint val="40000"/>
              <a:alpha val="90000"/>
              <a:hueOff val="1316374"/>
              <a:satOff val="-3449"/>
              <a:lumOff val="1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573636" y="1948209"/>
        <a:ext cx="232807" cy="318523"/>
      </dsp:txXfrm>
    </dsp:sp>
    <dsp:sp modelId="{77BD9A34-D384-9543-AB78-14E5454CBEAC}">
      <dsp:nvSpPr>
        <dsp:cNvPr id="0" name=""/>
        <dsp:cNvSpPr/>
      </dsp:nvSpPr>
      <dsp:spPr>
        <a:xfrm>
          <a:off x="9056754" y="2697103"/>
          <a:ext cx="423287" cy="423287"/>
        </a:xfrm>
        <a:prstGeom prst="downArrow">
          <a:avLst>
            <a:gd name="adj1" fmla="val 55000"/>
            <a:gd name="adj2" fmla="val 45000"/>
          </a:avLst>
        </a:prstGeom>
        <a:solidFill>
          <a:schemeClr val="accent2">
            <a:tint val="40000"/>
            <a:alpha val="90000"/>
            <a:hueOff val="1974561"/>
            <a:satOff val="-5173"/>
            <a:lumOff val="1852"/>
            <a:alphaOff val="0"/>
          </a:schemeClr>
        </a:solidFill>
        <a:ln w="12700" cap="flat" cmpd="sng" algn="ctr">
          <a:solidFill>
            <a:schemeClr val="accent2">
              <a:tint val="40000"/>
              <a:alpha val="90000"/>
              <a:hueOff val="1974561"/>
              <a:satOff val="-5173"/>
              <a:lumOff val="185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151994" y="2697103"/>
        <a:ext cx="232807" cy="3185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8B0E-6B68-4C74-841A-38D52BC08BBE}">
      <dsp:nvSpPr>
        <dsp:cNvPr id="0" name=""/>
        <dsp:cNvSpPr/>
      </dsp:nvSpPr>
      <dsp:spPr>
        <a:xfrm>
          <a:off x="13474" y="559282"/>
          <a:ext cx="775913" cy="775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B1EE5D-74BD-4351-BBA7-FD05CEF97F7E}">
      <dsp:nvSpPr>
        <dsp:cNvPr id="0" name=""/>
        <dsp:cNvSpPr/>
      </dsp:nvSpPr>
      <dsp:spPr>
        <a:xfrm>
          <a:off x="13474"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Kaggle dataset: COVID-19 Worldwide Testing Data</a:t>
          </a:r>
        </a:p>
      </dsp:txBody>
      <dsp:txXfrm>
        <a:off x="13474" y="1442664"/>
        <a:ext cx="2216895" cy="571543"/>
      </dsp:txXfrm>
    </dsp:sp>
    <dsp:sp modelId="{CABAE8DA-C0B7-47C9-9BB7-8809D0FF3F43}">
      <dsp:nvSpPr>
        <dsp:cNvPr id="0" name=""/>
        <dsp:cNvSpPr/>
      </dsp:nvSpPr>
      <dsp:spPr>
        <a:xfrm>
          <a:off x="13474"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sp>
    <dsp:sp modelId="{C2459CD6-AC48-4429-A15A-3A3D7731C1CA}">
      <dsp:nvSpPr>
        <dsp:cNvPr id="0" name=""/>
        <dsp:cNvSpPr/>
      </dsp:nvSpPr>
      <dsp:spPr>
        <a:xfrm>
          <a:off x="2618326" y="559282"/>
          <a:ext cx="775913" cy="775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AC5522-CA99-46DF-B87E-EA2BA616B022}">
      <dsp:nvSpPr>
        <dsp:cNvPr id="0" name=""/>
        <dsp:cNvSpPr/>
      </dsp:nvSpPr>
      <dsp:spPr>
        <a:xfrm>
          <a:off x="2618326"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Daily observations for 100+ countries</a:t>
          </a:r>
        </a:p>
      </dsp:txBody>
      <dsp:txXfrm>
        <a:off x="2618326" y="1442664"/>
        <a:ext cx="2216895" cy="571543"/>
      </dsp:txXfrm>
    </dsp:sp>
    <dsp:sp modelId="{A23760AA-1AC4-4DD2-803F-029053CACFC7}">
      <dsp:nvSpPr>
        <dsp:cNvPr id="0" name=""/>
        <dsp:cNvSpPr/>
      </dsp:nvSpPr>
      <dsp:spPr>
        <a:xfrm>
          <a:off x="2618326"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sp>
    <dsp:sp modelId="{6F416A48-79A3-406A-8472-3EE7DEFA705D}">
      <dsp:nvSpPr>
        <dsp:cNvPr id="0" name=""/>
        <dsp:cNvSpPr/>
      </dsp:nvSpPr>
      <dsp:spPr>
        <a:xfrm>
          <a:off x="5223178" y="559282"/>
          <a:ext cx="775913" cy="775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F3F009-C387-4BD4-8FDF-6845AB590DDD}">
      <dsp:nvSpPr>
        <dsp:cNvPr id="0" name=""/>
        <dsp:cNvSpPr/>
      </dsp:nvSpPr>
      <dsp:spPr>
        <a:xfrm>
          <a:off x="5223178"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Variables include:</a:t>
          </a:r>
        </a:p>
      </dsp:txBody>
      <dsp:txXfrm>
        <a:off x="5223178" y="1442664"/>
        <a:ext cx="2216895" cy="571543"/>
      </dsp:txXfrm>
    </dsp:sp>
    <dsp:sp modelId="{7302B5F6-81BA-4C14-9B31-00B8EBC7FB25}">
      <dsp:nvSpPr>
        <dsp:cNvPr id="0" name=""/>
        <dsp:cNvSpPr/>
      </dsp:nvSpPr>
      <dsp:spPr>
        <a:xfrm>
          <a:off x="5223178"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daily tests</a:t>
          </a:r>
        </a:p>
        <a:p>
          <a:pPr marL="0" lvl="0" indent="0" algn="l" defTabSz="488950">
            <a:lnSpc>
              <a:spcPct val="90000"/>
            </a:lnSpc>
            <a:spcBef>
              <a:spcPct val="0"/>
            </a:spcBef>
            <a:spcAft>
              <a:spcPct val="35000"/>
            </a:spcAft>
            <a:buNone/>
          </a:pPr>
          <a:r>
            <a:rPr lang="en-US" sz="1100" kern="1200"/>
            <a:t>daily positives</a:t>
          </a:r>
        </a:p>
        <a:p>
          <a:pPr marL="0" lvl="0" indent="0" algn="l" defTabSz="488950">
            <a:lnSpc>
              <a:spcPct val="90000"/>
            </a:lnSpc>
            <a:spcBef>
              <a:spcPct val="0"/>
            </a:spcBef>
            <a:spcAft>
              <a:spcPct val="35000"/>
            </a:spcAft>
            <a:buNone/>
          </a:pPr>
          <a:r>
            <a:rPr lang="en-US" sz="1100" kern="1200"/>
            <a:t>active cases</a:t>
          </a:r>
        </a:p>
        <a:p>
          <a:pPr marL="0" lvl="0" indent="0" algn="l" defTabSz="488950">
            <a:lnSpc>
              <a:spcPct val="90000"/>
            </a:lnSpc>
            <a:spcBef>
              <a:spcPct val="0"/>
            </a:spcBef>
            <a:spcAft>
              <a:spcPct val="35000"/>
            </a:spcAft>
            <a:buNone/>
          </a:pPr>
          <a:r>
            <a:rPr lang="en-US" sz="1100" kern="1200"/>
            <a:t>deaths</a:t>
          </a:r>
        </a:p>
        <a:p>
          <a:pPr marL="0" lvl="0" indent="0" algn="l" defTabSz="488950">
            <a:lnSpc>
              <a:spcPct val="90000"/>
            </a:lnSpc>
            <a:spcBef>
              <a:spcPct val="0"/>
            </a:spcBef>
            <a:spcAft>
              <a:spcPct val="35000"/>
            </a:spcAft>
            <a:buNone/>
          </a:pPr>
          <a:r>
            <a:rPr lang="en-US" sz="1100" kern="1200"/>
            <a:t>Recoveries</a:t>
          </a:r>
        </a:p>
      </dsp:txBody>
      <dsp:txXfrm>
        <a:off x="5223178" y="2064193"/>
        <a:ext cx="2216895" cy="994369"/>
      </dsp:txXfrm>
    </dsp:sp>
    <dsp:sp modelId="{BAB785FC-5CC2-47C2-B58F-3B62F9FF51FC}">
      <dsp:nvSpPr>
        <dsp:cNvPr id="0" name=""/>
        <dsp:cNvSpPr/>
      </dsp:nvSpPr>
      <dsp:spPr>
        <a:xfrm>
          <a:off x="7828030" y="559282"/>
          <a:ext cx="775913" cy="775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A20D09-77B5-4516-89C3-72EE77530A8E}">
      <dsp:nvSpPr>
        <dsp:cNvPr id="0" name=""/>
        <dsp:cNvSpPr/>
      </dsp:nvSpPr>
      <dsp:spPr>
        <a:xfrm>
          <a:off x="7828030"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Dates: early 2020 → late 2021</a:t>
          </a:r>
        </a:p>
      </dsp:txBody>
      <dsp:txXfrm>
        <a:off x="7828030" y="1442664"/>
        <a:ext cx="2216895" cy="571543"/>
      </dsp:txXfrm>
    </dsp:sp>
    <dsp:sp modelId="{236752FA-A044-43CE-B88D-6BFC581DEFB5}">
      <dsp:nvSpPr>
        <dsp:cNvPr id="0" name=""/>
        <dsp:cNvSpPr/>
      </dsp:nvSpPr>
      <dsp:spPr>
        <a:xfrm>
          <a:off x="7828030"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CDFFC5-3D7F-49E3-8AEF-6BC5CBA3AEFF}">
      <dsp:nvSpPr>
        <dsp:cNvPr id="0" name=""/>
        <dsp:cNvSpPr/>
      </dsp:nvSpPr>
      <dsp:spPr>
        <a:xfrm>
          <a:off x="299791" y="670206"/>
          <a:ext cx="936087" cy="9360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5F8E9A-24DB-41D4-9F0B-ECDDEBBE8D91}">
      <dsp:nvSpPr>
        <dsp:cNvPr id="0" name=""/>
        <dsp:cNvSpPr/>
      </dsp:nvSpPr>
      <dsp:spPr>
        <a:xfrm>
          <a:off x="499286" y="869700"/>
          <a:ext cx="537099" cy="5370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DFF72F-E6C8-46FB-AEDE-2CAFC4943526}">
      <dsp:nvSpPr>
        <dsp:cNvPr id="0" name=""/>
        <dsp:cNvSpPr/>
      </dsp:nvSpPr>
      <dsp:spPr>
        <a:xfrm>
          <a:off x="550" y="1897863"/>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Removed negative/outlier values</a:t>
          </a:r>
        </a:p>
      </dsp:txBody>
      <dsp:txXfrm>
        <a:off x="550" y="1897863"/>
        <a:ext cx="1534570" cy="613828"/>
      </dsp:txXfrm>
    </dsp:sp>
    <dsp:sp modelId="{0C21C35D-8600-49BF-BB2C-6F4F40065941}">
      <dsp:nvSpPr>
        <dsp:cNvPr id="0" name=""/>
        <dsp:cNvSpPr/>
      </dsp:nvSpPr>
      <dsp:spPr>
        <a:xfrm>
          <a:off x="2102912" y="670206"/>
          <a:ext cx="936087" cy="9360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14717C-F267-4B80-91C3-00818ADB73AF}">
      <dsp:nvSpPr>
        <dsp:cNvPr id="0" name=""/>
        <dsp:cNvSpPr/>
      </dsp:nvSpPr>
      <dsp:spPr>
        <a:xfrm>
          <a:off x="2302406" y="869700"/>
          <a:ext cx="537099" cy="5370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CCF815-116A-42EC-B4BE-CBD0EA110F99}">
      <dsp:nvSpPr>
        <dsp:cNvPr id="0" name=""/>
        <dsp:cNvSpPr/>
      </dsp:nvSpPr>
      <dsp:spPr>
        <a:xfrm>
          <a:off x="1803670" y="1897863"/>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Forward/backward filled missing values</a:t>
          </a:r>
        </a:p>
      </dsp:txBody>
      <dsp:txXfrm>
        <a:off x="1803670" y="1897863"/>
        <a:ext cx="1534570" cy="613828"/>
      </dsp:txXfrm>
    </dsp:sp>
    <dsp:sp modelId="{AFB69A1F-346F-4B12-AF69-B417E405C8E2}">
      <dsp:nvSpPr>
        <dsp:cNvPr id="0" name=""/>
        <dsp:cNvSpPr/>
      </dsp:nvSpPr>
      <dsp:spPr>
        <a:xfrm>
          <a:off x="3906032" y="670206"/>
          <a:ext cx="936087" cy="9360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029479-C1BC-4555-BEFE-4E48C3D306D0}">
      <dsp:nvSpPr>
        <dsp:cNvPr id="0" name=""/>
        <dsp:cNvSpPr/>
      </dsp:nvSpPr>
      <dsp:spPr>
        <a:xfrm>
          <a:off x="4105526" y="869700"/>
          <a:ext cx="537099" cy="5370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3472D5-56DF-4B12-82CF-FF95A2CD9BBA}">
      <dsp:nvSpPr>
        <dsp:cNvPr id="0" name=""/>
        <dsp:cNvSpPr/>
      </dsp:nvSpPr>
      <dsp:spPr>
        <a:xfrm>
          <a:off x="3606790" y="1897863"/>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Computed 7-day rolling averages</a:t>
          </a:r>
        </a:p>
      </dsp:txBody>
      <dsp:txXfrm>
        <a:off x="3606790" y="1897863"/>
        <a:ext cx="1534570" cy="613828"/>
      </dsp:txXfrm>
    </dsp:sp>
    <dsp:sp modelId="{9F32289A-6FA1-4D2C-847C-2FC5268146A3}">
      <dsp:nvSpPr>
        <dsp:cNvPr id="0" name=""/>
        <dsp:cNvSpPr/>
      </dsp:nvSpPr>
      <dsp:spPr>
        <a:xfrm>
          <a:off x="1201351" y="2895333"/>
          <a:ext cx="936087" cy="93608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8D9EB4-656C-40A0-B73E-3435A53B705A}">
      <dsp:nvSpPr>
        <dsp:cNvPr id="0" name=""/>
        <dsp:cNvSpPr/>
      </dsp:nvSpPr>
      <dsp:spPr>
        <a:xfrm>
          <a:off x="1400846" y="3094827"/>
          <a:ext cx="537099" cy="5370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033320-FBF1-48FF-B16E-7539F791661B}">
      <dsp:nvSpPr>
        <dsp:cNvPr id="0" name=""/>
        <dsp:cNvSpPr/>
      </dsp:nvSpPr>
      <dsp:spPr>
        <a:xfrm>
          <a:off x="902110" y="4122990"/>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Created growth-rate variables</a:t>
          </a:r>
        </a:p>
      </dsp:txBody>
      <dsp:txXfrm>
        <a:off x="902110" y="4122990"/>
        <a:ext cx="1534570" cy="613828"/>
      </dsp:txXfrm>
    </dsp:sp>
    <dsp:sp modelId="{81AE014B-A35D-4030-87FA-FC4614D5347D}">
      <dsp:nvSpPr>
        <dsp:cNvPr id="0" name=""/>
        <dsp:cNvSpPr/>
      </dsp:nvSpPr>
      <dsp:spPr>
        <a:xfrm>
          <a:off x="3004472" y="2895333"/>
          <a:ext cx="936087" cy="936087"/>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896B97-A707-4DC0-A562-6A27946EFB93}">
      <dsp:nvSpPr>
        <dsp:cNvPr id="0" name=""/>
        <dsp:cNvSpPr/>
      </dsp:nvSpPr>
      <dsp:spPr>
        <a:xfrm>
          <a:off x="3203966" y="3094827"/>
          <a:ext cx="537099" cy="5370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0DE754-E9D0-4048-B2B6-A70FF0AC7182}">
      <dsp:nvSpPr>
        <dsp:cNvPr id="0" name=""/>
        <dsp:cNvSpPr/>
      </dsp:nvSpPr>
      <dsp:spPr>
        <a:xfrm>
          <a:off x="2705230" y="4122990"/>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Added lags and leads for causal timing</a:t>
          </a:r>
        </a:p>
      </dsp:txBody>
      <dsp:txXfrm>
        <a:off x="2705230" y="4122990"/>
        <a:ext cx="1534570" cy="6138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E5F8F2-5732-D147-9CD9-CEE25E5352A9}">
      <dsp:nvSpPr>
        <dsp:cNvPr id="0" name=""/>
        <dsp:cNvSpPr/>
      </dsp:nvSpPr>
      <dsp:spPr>
        <a:xfrm>
          <a:off x="0" y="0"/>
          <a:ext cx="3959272" cy="97326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Fixed-effects panel regression</a:t>
          </a:r>
        </a:p>
      </dsp:txBody>
      <dsp:txXfrm>
        <a:off x="28506" y="28506"/>
        <a:ext cx="2795171" cy="916252"/>
      </dsp:txXfrm>
    </dsp:sp>
    <dsp:sp modelId="{684AAB0B-28BF-5042-AC07-B87E82334B10}">
      <dsp:nvSpPr>
        <dsp:cNvPr id="0" name=""/>
        <dsp:cNvSpPr/>
      </dsp:nvSpPr>
      <dsp:spPr>
        <a:xfrm>
          <a:off x="295659" y="1108440"/>
          <a:ext cx="3959272" cy="973264"/>
        </a:xfrm>
        <a:prstGeom prst="roundRect">
          <a:avLst>
            <a:gd name="adj" fmla="val 10000"/>
          </a:avLst>
        </a:prstGeom>
        <a:solidFill>
          <a:schemeClr val="accent2">
            <a:hueOff val="476947"/>
            <a:satOff val="-10882"/>
            <a:lumOff val="402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Clustered standard errors</a:t>
          </a:r>
        </a:p>
      </dsp:txBody>
      <dsp:txXfrm>
        <a:off x="324165" y="1136946"/>
        <a:ext cx="2973978" cy="916252"/>
      </dsp:txXfrm>
    </dsp:sp>
    <dsp:sp modelId="{AAB9B9AB-745A-2444-B883-C1246EF3A995}">
      <dsp:nvSpPr>
        <dsp:cNvPr id="0" name=""/>
        <dsp:cNvSpPr/>
      </dsp:nvSpPr>
      <dsp:spPr>
        <a:xfrm>
          <a:off x="591319" y="2216880"/>
          <a:ext cx="3959272" cy="973264"/>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Bootstrap resampling (1,000 samples)</a:t>
          </a:r>
        </a:p>
      </dsp:txBody>
      <dsp:txXfrm>
        <a:off x="619825" y="2245386"/>
        <a:ext cx="2973978" cy="916252"/>
      </dsp:txXfrm>
    </dsp:sp>
    <dsp:sp modelId="{8B9C8131-6E9C-E045-8471-CA621FFF9919}">
      <dsp:nvSpPr>
        <dsp:cNvPr id="0" name=""/>
        <dsp:cNvSpPr/>
      </dsp:nvSpPr>
      <dsp:spPr>
        <a:xfrm>
          <a:off x="886979" y="3325320"/>
          <a:ext cx="3959272" cy="973264"/>
        </a:xfrm>
        <a:prstGeom prst="roundRect">
          <a:avLst>
            <a:gd name="adj" fmla="val 10000"/>
          </a:avLst>
        </a:prstGeom>
        <a:solidFill>
          <a:schemeClr val="accent2">
            <a:hueOff val="1430842"/>
            <a:satOff val="-32646"/>
            <a:lumOff val="1205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Jackknife cross-country stability test</a:t>
          </a:r>
        </a:p>
      </dsp:txBody>
      <dsp:txXfrm>
        <a:off x="915485" y="3353826"/>
        <a:ext cx="2973978" cy="916252"/>
      </dsp:txXfrm>
    </dsp:sp>
    <dsp:sp modelId="{8A618F07-5E42-454D-9C48-4092FF364174}">
      <dsp:nvSpPr>
        <dsp:cNvPr id="0" name=""/>
        <dsp:cNvSpPr/>
      </dsp:nvSpPr>
      <dsp:spPr>
        <a:xfrm>
          <a:off x="1182639" y="4433760"/>
          <a:ext cx="3959272" cy="973264"/>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Distributed-lag estimation</a:t>
          </a:r>
        </a:p>
      </dsp:txBody>
      <dsp:txXfrm>
        <a:off x="1211145" y="4462266"/>
        <a:ext cx="2973978" cy="916252"/>
      </dsp:txXfrm>
    </dsp:sp>
    <dsp:sp modelId="{AB8C3EA3-7BC1-3F4A-AD84-5334D7C08BD5}">
      <dsp:nvSpPr>
        <dsp:cNvPr id="0" name=""/>
        <dsp:cNvSpPr/>
      </dsp:nvSpPr>
      <dsp:spPr>
        <a:xfrm>
          <a:off x="3326650" y="711023"/>
          <a:ext cx="632621" cy="63262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468990" y="711023"/>
        <a:ext cx="347941" cy="476047"/>
      </dsp:txXfrm>
    </dsp:sp>
    <dsp:sp modelId="{8B535581-FB5E-7147-B3DC-A14F132B31E5}">
      <dsp:nvSpPr>
        <dsp:cNvPr id="0" name=""/>
        <dsp:cNvSpPr/>
      </dsp:nvSpPr>
      <dsp:spPr>
        <a:xfrm>
          <a:off x="3622310" y="1819463"/>
          <a:ext cx="632621" cy="632621"/>
        </a:xfrm>
        <a:prstGeom prst="downArrow">
          <a:avLst>
            <a:gd name="adj1" fmla="val 55000"/>
            <a:gd name="adj2" fmla="val 45000"/>
          </a:avLst>
        </a:prstGeom>
        <a:solidFill>
          <a:schemeClr val="accent2">
            <a:tint val="40000"/>
            <a:alpha val="90000"/>
            <a:hueOff val="658187"/>
            <a:satOff val="-1724"/>
            <a:lumOff val="617"/>
            <a:alphaOff val="0"/>
          </a:schemeClr>
        </a:solidFill>
        <a:ln w="12700" cap="flat" cmpd="sng" algn="ctr">
          <a:solidFill>
            <a:schemeClr val="accent2">
              <a:tint val="40000"/>
              <a:alpha val="90000"/>
              <a:hueOff val="658187"/>
              <a:satOff val="-1724"/>
              <a:lumOff val="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764650" y="1819463"/>
        <a:ext cx="347941" cy="476047"/>
      </dsp:txXfrm>
    </dsp:sp>
    <dsp:sp modelId="{76E322C3-C29B-5745-9D63-13D5A45DD9AF}">
      <dsp:nvSpPr>
        <dsp:cNvPr id="0" name=""/>
        <dsp:cNvSpPr/>
      </dsp:nvSpPr>
      <dsp:spPr>
        <a:xfrm>
          <a:off x="3917970" y="2911682"/>
          <a:ext cx="632621" cy="632621"/>
        </a:xfrm>
        <a:prstGeom prst="downArrow">
          <a:avLst>
            <a:gd name="adj1" fmla="val 55000"/>
            <a:gd name="adj2" fmla="val 45000"/>
          </a:avLst>
        </a:prstGeom>
        <a:solidFill>
          <a:schemeClr val="accent2">
            <a:tint val="40000"/>
            <a:alpha val="90000"/>
            <a:hueOff val="1316374"/>
            <a:satOff val="-3449"/>
            <a:lumOff val="1235"/>
            <a:alphaOff val="0"/>
          </a:schemeClr>
        </a:solidFill>
        <a:ln w="12700" cap="flat" cmpd="sng" algn="ctr">
          <a:solidFill>
            <a:schemeClr val="accent2">
              <a:tint val="40000"/>
              <a:alpha val="90000"/>
              <a:hueOff val="1316374"/>
              <a:satOff val="-3449"/>
              <a:lumOff val="1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060310" y="2911682"/>
        <a:ext cx="347941" cy="476047"/>
      </dsp:txXfrm>
    </dsp:sp>
    <dsp:sp modelId="{273B330D-2868-AA42-B6D0-7D2FC6CA0758}">
      <dsp:nvSpPr>
        <dsp:cNvPr id="0" name=""/>
        <dsp:cNvSpPr/>
      </dsp:nvSpPr>
      <dsp:spPr>
        <a:xfrm>
          <a:off x="4213630" y="4030937"/>
          <a:ext cx="632621" cy="632621"/>
        </a:xfrm>
        <a:prstGeom prst="downArrow">
          <a:avLst>
            <a:gd name="adj1" fmla="val 55000"/>
            <a:gd name="adj2" fmla="val 45000"/>
          </a:avLst>
        </a:prstGeom>
        <a:solidFill>
          <a:schemeClr val="accent2">
            <a:tint val="40000"/>
            <a:alpha val="90000"/>
            <a:hueOff val="1974561"/>
            <a:satOff val="-5173"/>
            <a:lumOff val="1852"/>
            <a:alphaOff val="0"/>
          </a:schemeClr>
        </a:solidFill>
        <a:ln w="12700" cap="flat" cmpd="sng" algn="ctr">
          <a:solidFill>
            <a:schemeClr val="accent2">
              <a:tint val="40000"/>
              <a:alpha val="90000"/>
              <a:hueOff val="1974561"/>
              <a:satOff val="-5173"/>
              <a:lumOff val="185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355970" y="4030937"/>
        <a:ext cx="347941" cy="4760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8FC76C-DC59-0C4E-86F8-DE20315B3E22}">
      <dsp:nvSpPr>
        <dsp:cNvPr id="0" name=""/>
        <dsp:cNvSpPr/>
      </dsp:nvSpPr>
      <dsp:spPr>
        <a:xfrm>
          <a:off x="578" y="1519172"/>
          <a:ext cx="1354515" cy="677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a:t>Negative coefficient on lagged testing</a:t>
          </a:r>
        </a:p>
      </dsp:txBody>
      <dsp:txXfrm>
        <a:off x="20414" y="1539008"/>
        <a:ext cx="1314843" cy="637585"/>
      </dsp:txXfrm>
    </dsp:sp>
    <dsp:sp modelId="{E00BB986-49F9-8346-81B6-486828F02C99}">
      <dsp:nvSpPr>
        <dsp:cNvPr id="0" name=""/>
        <dsp:cNvSpPr/>
      </dsp:nvSpPr>
      <dsp:spPr>
        <a:xfrm>
          <a:off x="1693723" y="1519172"/>
          <a:ext cx="1354515" cy="677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a:t>Consistent across models</a:t>
          </a:r>
        </a:p>
      </dsp:txBody>
      <dsp:txXfrm>
        <a:off x="1713559" y="1539008"/>
        <a:ext cx="1314843" cy="637585"/>
      </dsp:txXfrm>
    </dsp:sp>
    <dsp:sp modelId="{91223833-8E50-3545-B0D2-936C28A0FBBF}">
      <dsp:nvSpPr>
        <dsp:cNvPr id="0" name=""/>
        <dsp:cNvSpPr/>
      </dsp:nvSpPr>
      <dsp:spPr>
        <a:xfrm>
          <a:off x="3386867" y="1519172"/>
          <a:ext cx="1354515" cy="677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a:t>Effects appear after ~7 days</a:t>
          </a:r>
        </a:p>
      </dsp:txBody>
      <dsp:txXfrm>
        <a:off x="3406703" y="1539008"/>
        <a:ext cx="1314843" cy="6375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48BC7-0E47-2144-A703-5D0DF20596AC}">
      <dsp:nvSpPr>
        <dsp:cNvPr id="0" name=""/>
        <dsp:cNvSpPr/>
      </dsp:nvSpPr>
      <dsp:spPr>
        <a:xfrm rot="5400000">
          <a:off x="2241430" y="760267"/>
          <a:ext cx="1472106" cy="1280733"/>
        </a:xfrm>
        <a:prstGeom prst="hexagon">
          <a:avLst>
            <a:gd name="adj" fmla="val 2500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Centered on negative effect</a:t>
          </a:r>
        </a:p>
      </dsp:txBody>
      <dsp:txXfrm rot="-5400000">
        <a:off x="2536697" y="893984"/>
        <a:ext cx="881571" cy="1013300"/>
      </dsp:txXfrm>
    </dsp:sp>
    <dsp:sp modelId="{C00D7D79-56A1-8C4C-A216-828267105FC3}">
      <dsp:nvSpPr>
        <dsp:cNvPr id="0" name=""/>
        <dsp:cNvSpPr/>
      </dsp:nvSpPr>
      <dsp:spPr>
        <a:xfrm>
          <a:off x="3656713" y="959001"/>
          <a:ext cx="1642871" cy="883264"/>
        </a:xfrm>
        <a:prstGeom prst="rect">
          <a:avLst/>
        </a:prstGeom>
        <a:noFill/>
        <a:ln>
          <a:noFill/>
        </a:ln>
        <a:effectLst/>
      </dsp:spPr>
      <dsp:style>
        <a:lnRef idx="0">
          <a:scrgbClr r="0" g="0" b="0"/>
        </a:lnRef>
        <a:fillRef idx="0">
          <a:scrgbClr r="0" g="0" b="0"/>
        </a:fillRef>
        <a:effectRef idx="0">
          <a:scrgbClr r="0" g="0" b="0"/>
        </a:effectRef>
        <a:fontRef idx="minor"/>
      </dsp:style>
    </dsp:sp>
    <dsp:sp modelId="{F259E472-5206-604B-BA6F-22F3EAD88D65}">
      <dsp:nvSpPr>
        <dsp:cNvPr id="0" name=""/>
        <dsp:cNvSpPr/>
      </dsp:nvSpPr>
      <dsp:spPr>
        <a:xfrm rot="5400000">
          <a:off x="858238" y="760267"/>
          <a:ext cx="1472106" cy="1280733"/>
        </a:xfrm>
        <a:prstGeom prst="hexagon">
          <a:avLst>
            <a:gd name="adj" fmla="val 2500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153505" y="893984"/>
        <a:ext cx="881571" cy="1013300"/>
      </dsp:txXfrm>
    </dsp:sp>
    <dsp:sp modelId="{68AADCD1-E6C8-304E-84D0-A5887F6CD7E3}">
      <dsp:nvSpPr>
        <dsp:cNvPr id="0" name=""/>
        <dsp:cNvSpPr/>
      </dsp:nvSpPr>
      <dsp:spPr>
        <a:xfrm rot="5400000">
          <a:off x="1547184" y="2009791"/>
          <a:ext cx="1472106" cy="128073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Smooth distribution → stable results</a:t>
          </a:r>
        </a:p>
      </dsp:txBody>
      <dsp:txXfrm rot="-5400000">
        <a:off x="1842451" y="2143508"/>
        <a:ext cx="881571" cy="1013300"/>
      </dsp:txXfrm>
    </dsp:sp>
    <dsp:sp modelId="{98BCB866-9326-A94A-9834-AA6E2BCA10C7}">
      <dsp:nvSpPr>
        <dsp:cNvPr id="0" name=""/>
        <dsp:cNvSpPr/>
      </dsp:nvSpPr>
      <dsp:spPr>
        <a:xfrm>
          <a:off x="0" y="2208526"/>
          <a:ext cx="1589875" cy="883264"/>
        </a:xfrm>
        <a:prstGeom prst="rect">
          <a:avLst/>
        </a:prstGeom>
        <a:noFill/>
        <a:ln>
          <a:noFill/>
        </a:ln>
        <a:effectLst/>
      </dsp:spPr>
      <dsp:style>
        <a:lnRef idx="0">
          <a:scrgbClr r="0" g="0" b="0"/>
        </a:lnRef>
        <a:fillRef idx="0">
          <a:scrgbClr r="0" g="0" b="0"/>
        </a:fillRef>
        <a:effectRef idx="0">
          <a:scrgbClr r="0" g="0" b="0"/>
        </a:effectRef>
        <a:fontRef idx="minor"/>
      </dsp:style>
    </dsp:sp>
    <dsp:sp modelId="{D927DDC3-FB4C-AA4D-A44E-D7311A3353FD}">
      <dsp:nvSpPr>
        <dsp:cNvPr id="0" name=""/>
        <dsp:cNvSpPr/>
      </dsp:nvSpPr>
      <dsp:spPr>
        <a:xfrm rot="5400000">
          <a:off x="2930376" y="2009791"/>
          <a:ext cx="1472106" cy="1280733"/>
        </a:xfrm>
        <a:prstGeom prst="hexagon">
          <a:avLst>
            <a:gd name="adj" fmla="val 2500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225643" y="2143508"/>
        <a:ext cx="881571" cy="10133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08153C-96C3-4E2B-A3A0-1FBAF29B53CB}">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1323B8-D9C6-4188-B198-3F8F234C3B0F}">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5006E2-E6B5-4819-AFC4-D9B6FF535BFC}">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Testing reduces transmission</a:t>
          </a:r>
        </a:p>
      </dsp:txBody>
      <dsp:txXfrm>
        <a:off x="35606" y="2641422"/>
        <a:ext cx="2981250" cy="720000"/>
      </dsp:txXfrm>
    </dsp:sp>
    <dsp:sp modelId="{A196FD53-5E18-47A3-9E6B-BB331E2238BE}">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37B01A-BE51-493D-A7E0-75F0693B0880}">
      <dsp:nvSpPr>
        <dsp:cNvPr id="0" name=""/>
        <dsp:cNvSpPr/>
      </dsp:nvSpPr>
      <dsp:spPr>
        <a:xfrm>
          <a:off x="4507481" y="64398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5050A2-622E-4C63-B441-19F1CAC13E62}">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Effects are delayed but reliable</a:t>
          </a:r>
        </a:p>
      </dsp:txBody>
      <dsp:txXfrm>
        <a:off x="3538574" y="2641422"/>
        <a:ext cx="2981250" cy="720000"/>
      </dsp:txXfrm>
    </dsp:sp>
    <dsp:sp modelId="{50440597-6A95-46C7-994B-8C1CF8A5679F}">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339BC-0486-49B6-9CA9-AE7BD79C29F3}">
      <dsp:nvSpPr>
        <dsp:cNvPr id="0" name=""/>
        <dsp:cNvSpPr/>
      </dsp:nvSpPr>
      <dsp:spPr>
        <a:xfrm>
          <a:off x="8010450" y="643984"/>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D9F8BF-1A1B-4133-8CB0-566B82316793}">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Results align with literature</a:t>
          </a:r>
        </a:p>
      </dsp:txBody>
      <dsp:txXfrm>
        <a:off x="7041543" y="2641422"/>
        <a:ext cx="298125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C19A8-8078-4AB1-8D6E-3D914188BD8C}">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87ED95-C708-46A7-B9FC-D2C9C430576C}">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62827A-C7D7-4B39-ADE8-4A03B67AC6C3}">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Observational data</a:t>
          </a:r>
        </a:p>
      </dsp:txBody>
      <dsp:txXfrm>
        <a:off x="35606" y="2641422"/>
        <a:ext cx="2981250" cy="720000"/>
      </dsp:txXfrm>
    </dsp:sp>
    <dsp:sp modelId="{5A580BE0-2B3E-4A9B-9F96-A8009806B8EE}">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804B62-161E-4C2F-958F-077F94EB057E}">
      <dsp:nvSpPr>
        <dsp:cNvPr id="0" name=""/>
        <dsp:cNvSpPr/>
      </dsp:nvSpPr>
      <dsp:spPr>
        <a:xfrm>
          <a:off x="4507481" y="64398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91E50F-353C-4EF3-9AA1-95C88C376465}">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Variation in country reporting</a:t>
          </a:r>
        </a:p>
      </dsp:txBody>
      <dsp:txXfrm>
        <a:off x="3538574" y="2641422"/>
        <a:ext cx="2981250" cy="720000"/>
      </dsp:txXfrm>
    </dsp:sp>
    <dsp:sp modelId="{0B5F4DA6-6153-4BF8-BD04-252BEF6A2D3D}">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A5D702-A6BF-4BA7-A7E6-A3DB6184D944}">
      <dsp:nvSpPr>
        <dsp:cNvPr id="0" name=""/>
        <dsp:cNvSpPr/>
      </dsp:nvSpPr>
      <dsp:spPr>
        <a:xfrm>
          <a:off x="8010450" y="643984"/>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734BC9-9F08-4927-8E5E-AE981E1D28F6}">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Cannot measure all policy differences</a:t>
          </a:r>
        </a:p>
      </dsp:txBody>
      <dsp:txXfrm>
        <a:off x="7041543" y="2641422"/>
        <a:ext cx="298125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B3F56-85B6-F048-BD22-0288F67091D5}">
      <dsp:nvSpPr>
        <dsp:cNvPr id="0" name=""/>
        <dsp:cNvSpPr/>
      </dsp:nvSpPr>
      <dsp:spPr>
        <a:xfrm>
          <a:off x="1227" y="1090640"/>
          <a:ext cx="2873126" cy="143656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Hypothesis supported</a:t>
          </a:r>
        </a:p>
      </dsp:txBody>
      <dsp:txXfrm>
        <a:off x="43302" y="1132715"/>
        <a:ext cx="2788976" cy="1352413"/>
      </dsp:txXfrm>
    </dsp:sp>
    <dsp:sp modelId="{A8425B9D-E750-2A4E-9AF8-69A7601537C2}">
      <dsp:nvSpPr>
        <dsp:cNvPr id="0" name=""/>
        <dsp:cNvSpPr/>
      </dsp:nvSpPr>
      <dsp:spPr>
        <a:xfrm>
          <a:off x="3592636" y="1090640"/>
          <a:ext cx="2873126" cy="1436563"/>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Testing slows case growth</a:t>
          </a:r>
        </a:p>
      </dsp:txBody>
      <dsp:txXfrm>
        <a:off x="3634711" y="1132715"/>
        <a:ext cx="2788976" cy="1352413"/>
      </dsp:txXfrm>
    </dsp:sp>
    <dsp:sp modelId="{D81EFF0B-F139-A945-B4C3-2C753485C54F}">
      <dsp:nvSpPr>
        <dsp:cNvPr id="0" name=""/>
        <dsp:cNvSpPr/>
      </dsp:nvSpPr>
      <dsp:spPr>
        <a:xfrm>
          <a:off x="7184045" y="1090640"/>
          <a:ext cx="2873126" cy="1436563"/>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Timing matters (7–14 days)</a:t>
          </a:r>
        </a:p>
      </dsp:txBody>
      <dsp:txXfrm>
        <a:off x="7226120" y="1132715"/>
        <a:ext cx="2788976" cy="135241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2B1C7-4C1F-4634-A3AA-736F3F194CAB}">
      <dsp:nvSpPr>
        <dsp:cNvPr id="0" name=""/>
        <dsp:cNvSpPr/>
      </dsp:nvSpPr>
      <dsp:spPr>
        <a:xfrm>
          <a:off x="1063980" y="635603"/>
          <a:ext cx="1274535" cy="1274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E4D494-34EA-4681-A238-6B28411ECD26}">
      <dsp:nvSpPr>
        <dsp:cNvPr id="0" name=""/>
        <dsp:cNvSpPr/>
      </dsp:nvSpPr>
      <dsp:spPr>
        <a:xfrm>
          <a:off x="285097"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Add more health-system variables</a:t>
          </a:r>
        </a:p>
      </dsp:txBody>
      <dsp:txXfrm>
        <a:off x="285097" y="2262241"/>
        <a:ext cx="2832300" cy="720000"/>
      </dsp:txXfrm>
    </dsp:sp>
    <dsp:sp modelId="{43793E5E-883C-400C-B8BA-18FC37D08E7A}">
      <dsp:nvSpPr>
        <dsp:cNvPr id="0" name=""/>
        <dsp:cNvSpPr/>
      </dsp:nvSpPr>
      <dsp:spPr>
        <a:xfrm>
          <a:off x="4391932" y="635603"/>
          <a:ext cx="1274535" cy="1274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667C2C-490D-47BF-8E0D-13ABA0521DF0}">
      <dsp:nvSpPr>
        <dsp:cNvPr id="0" name=""/>
        <dsp:cNvSpPr/>
      </dsp:nvSpPr>
      <dsp:spPr>
        <a:xfrm>
          <a:off x="3613050"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Use advanced causal inference</a:t>
          </a:r>
        </a:p>
      </dsp:txBody>
      <dsp:txXfrm>
        <a:off x="3613050" y="2262241"/>
        <a:ext cx="2832300" cy="720000"/>
      </dsp:txXfrm>
    </dsp:sp>
    <dsp:sp modelId="{5FE9D2F2-C38C-468F-A068-844D35A10A6A}">
      <dsp:nvSpPr>
        <dsp:cNvPr id="0" name=""/>
        <dsp:cNvSpPr/>
      </dsp:nvSpPr>
      <dsp:spPr>
        <a:xfrm>
          <a:off x="7719885" y="635603"/>
          <a:ext cx="1274535" cy="1274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DE90FA-3627-471B-BE0A-D0191ACD69F0}">
      <dsp:nvSpPr>
        <dsp:cNvPr id="0" name=""/>
        <dsp:cNvSpPr/>
      </dsp:nvSpPr>
      <dsp:spPr>
        <a:xfrm>
          <a:off x="6941002"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Integrate real-time dashboards</a:t>
          </a:r>
        </a:p>
      </dsp:txBody>
      <dsp:txXfrm>
        <a:off x="6941002" y="2262241"/>
        <a:ext cx="28323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22AB7-D336-F14F-AABA-84BE4886F9A5}" type="datetimeFigureOut">
              <a:rPr lang="en-US" smtClean="0"/>
              <a:t>12/11/25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8925A-2082-9944-96F3-265E2E93E78D}" type="slidenum">
              <a:rPr lang="en-US" smtClean="0"/>
              <a:t>‹#›</a:t>
            </a:fld>
            <a:endParaRPr lang="en-US"/>
          </a:p>
        </p:txBody>
      </p:sp>
    </p:spTree>
    <p:extLst>
      <p:ext uri="{BB962C8B-B14F-4D97-AF65-F5344CB8AC3E}">
        <p14:creationId xmlns:p14="http://schemas.microsoft.com/office/powerpoint/2010/main" val="226055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my name is Debbie Cung, and welcome to my final thesis presentation for INFO I-492. In this project, I analyze global COVID-19 testing data to understand how testing influenced the spread of active cases across countries. I will walk through the background, hypothesis, literature findings, the dataset and methods, and then present the results, discussion, and implications.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a:t>
            </a:fld>
            <a:endParaRPr lang="en-US"/>
          </a:p>
        </p:txBody>
      </p:sp>
    </p:spTree>
    <p:extLst>
      <p:ext uri="{BB962C8B-B14F-4D97-AF65-F5344CB8AC3E}">
        <p14:creationId xmlns:p14="http://schemas.microsoft.com/office/powerpoint/2010/main" val="5207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set the stage, COVID-19 created unprecedented global health and economic disruption. Testing quickly became one of the most important tools for identifying infections early and slowing the spread of the virus. But countries around the world differed dramatically in how much testing they were able to perform—some ramped up quickly and tested broadly, while others struggled with shortages or delays.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of this variation, one key question emerged: Did higher testing rates actually help countries control the pandemic? In other words, when a country increased its testing efforts, did that translate into slower growth in active COVID-19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explores that question using a global dataset of daily testing and case metrics across multiple countries. By combining descriptive analysis, fixed-effects regression, and several robustness checks, the study examines whether increases in testing consistently lead to measurable reductions in case growth. The goal is not only to understand what happened during COVID-19, but also to provide insight into how testing strategies could be used more effectively during future outbreaks.</a:t>
            </a:r>
          </a:p>
        </p:txBody>
      </p:sp>
      <p:sp>
        <p:nvSpPr>
          <p:cNvPr id="4" name="Slide Number Placeholder 3"/>
          <p:cNvSpPr>
            <a:spLocks noGrp="1"/>
          </p:cNvSpPr>
          <p:nvPr>
            <p:ph type="sldNum" sz="quarter" idx="5"/>
          </p:nvPr>
        </p:nvSpPr>
        <p:spPr/>
        <p:txBody>
          <a:bodyPr/>
          <a:lstStyle/>
          <a:p>
            <a:fld id="{B5D8925A-2082-9944-96F3-265E2E93E78D}" type="slidenum">
              <a:rPr lang="en-US" smtClean="0"/>
              <a:t>2</a:t>
            </a:fld>
            <a:endParaRPr lang="en-US"/>
          </a:p>
        </p:txBody>
      </p:sp>
    </p:spTree>
    <p:extLst>
      <p:ext uri="{BB962C8B-B14F-4D97-AF65-F5344CB8AC3E}">
        <p14:creationId xmlns:p14="http://schemas.microsoft.com/office/powerpoint/2010/main" val="1538390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many studies examined different aspects of the pandemic, </a:t>
            </a:r>
            <a:r>
              <a:rPr lang="en-US" b="1" dirty="0"/>
              <a:t>global evidence directly connecting testing levels to case outcomes was surprisingly limited</a:t>
            </a:r>
            <a:r>
              <a:rPr lang="en-US" dirty="0"/>
              <a:t>. Most research focused either on testing strategies by themselves or on outcomes like hospitalizations and deaths, but very few studies analyzed these elements together in a unified framework. This left an important gap in understanding whether increased testing truly helped reduce the spread of COVID-19 on a worldwide scale.</a:t>
            </a:r>
          </a:p>
          <a:p>
            <a:br>
              <a:rPr lang="en-US" dirty="0"/>
            </a:br>
            <a:endParaRPr lang="en-US" dirty="0"/>
          </a:p>
          <a:p>
            <a:r>
              <a:rPr lang="en-US" dirty="0"/>
              <a:t>This project fills that gap by using a </a:t>
            </a:r>
            <a:r>
              <a:rPr lang="en-US" b="1" dirty="0"/>
              <a:t>standardized, cross-country dataset of daily testing and case metrics</a:t>
            </a:r>
            <a:r>
              <a:rPr lang="en-US" dirty="0"/>
              <a:t>. By analyzing consistent data across nations, the study is able to measure how changes in testing—day by day—relate to subsequent changes in case growth. In doing so, it provides a clearer, more comparable picture of testing effectiveness that previous fragmented datasets could not offer.</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3</a:t>
            </a:fld>
            <a:endParaRPr lang="en-US"/>
          </a:p>
        </p:txBody>
      </p:sp>
    </p:spTree>
    <p:extLst>
      <p:ext uri="{BB962C8B-B14F-4D97-AF65-F5344CB8AC3E}">
        <p14:creationId xmlns:p14="http://schemas.microsoft.com/office/powerpoint/2010/main" val="2999762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main hypothesis is pretty simple: if a country increases its daily testing, then the growth of active COVID-19 cases should start to slow down after a short delay. The idea behind this is that testing helps catch infections earlier. When people find out sooner that they’re positive, they can isolate, and that helps stop the virus from spreading as quickly.</a:t>
            </a:r>
          </a:p>
        </p:txBody>
      </p:sp>
      <p:sp>
        <p:nvSpPr>
          <p:cNvPr id="4" name="Slide Number Placeholder 3"/>
          <p:cNvSpPr>
            <a:spLocks noGrp="1"/>
          </p:cNvSpPr>
          <p:nvPr>
            <p:ph type="sldNum" sz="quarter" idx="5"/>
          </p:nvPr>
        </p:nvSpPr>
        <p:spPr/>
        <p:txBody>
          <a:bodyPr/>
          <a:lstStyle/>
          <a:p>
            <a:fld id="{B5D8925A-2082-9944-96F3-265E2E93E78D}" type="slidenum">
              <a:rPr lang="en-US" smtClean="0"/>
              <a:t>4</a:t>
            </a:fld>
            <a:endParaRPr lang="en-US"/>
          </a:p>
        </p:txBody>
      </p:sp>
    </p:spTree>
    <p:extLst>
      <p:ext uri="{BB962C8B-B14F-4D97-AF65-F5344CB8AC3E}">
        <p14:creationId xmlns:p14="http://schemas.microsoft.com/office/powerpoint/2010/main" val="984238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we see across the research is a pretty consistent message: early and widespread testing is one of the most effective ways to slow the spread of COVID-19. Studies from different countries all point to the same idea—when testing starts early and is done at a large enough scale, transmission drops because cases are identified sooner.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the literature also points out some major challenges. Testing data wasn’t always reported the same way from one country to another, and access to testing and healthcare resources varied widely. Those differences made it hard to compare countries directly. And even though researchers looked at testing and they looked at outcomes like hospitalizations or deaths, very few studies actually connected those pieces together in a single, unified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the main gap my project focuses on. Instead of treating testing and outcomes separately, this study brings them together using a standardized global dataset to see how changes in testing relate directly to changes in case growth over time.</a:t>
            </a:r>
          </a:p>
        </p:txBody>
      </p:sp>
      <p:sp>
        <p:nvSpPr>
          <p:cNvPr id="4" name="Slide Number Placeholder 3"/>
          <p:cNvSpPr>
            <a:spLocks noGrp="1"/>
          </p:cNvSpPr>
          <p:nvPr>
            <p:ph type="sldNum" sz="quarter" idx="5"/>
          </p:nvPr>
        </p:nvSpPr>
        <p:spPr/>
        <p:txBody>
          <a:bodyPr/>
          <a:lstStyle/>
          <a:p>
            <a:fld id="{B5D8925A-2082-9944-96F3-265E2E93E78D}" type="slidenum">
              <a:rPr lang="en-US" smtClean="0"/>
              <a:t>5</a:t>
            </a:fld>
            <a:endParaRPr lang="en-US"/>
          </a:p>
        </p:txBody>
      </p:sp>
    </p:spTree>
    <p:extLst>
      <p:ext uri="{BB962C8B-B14F-4D97-AF65-F5344CB8AC3E}">
        <p14:creationId xmlns:p14="http://schemas.microsoft.com/office/powerpoint/2010/main" val="4019577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Studies by </a:t>
            </a:r>
            <a:r>
              <a:rPr lang="en-US" dirty="0" err="1"/>
              <a:t>Chinazzi</a:t>
            </a:r>
            <a:r>
              <a:rPr lang="en-US" dirty="0"/>
              <a:t>, Walker, and Li emphasize the importance of early testing but note large differences in capacity. Other work shows that hospitals with limited resources experienced worse outcomes. Policy studies highlight that testing improves the effectiveness of restrictions. Together, these findings suggest strong potential links between testing and case outcomes, but these links haven’t been measured at scale.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6</a:t>
            </a:fld>
            <a:endParaRPr lang="en-US"/>
          </a:p>
        </p:txBody>
      </p:sp>
    </p:spTree>
    <p:extLst>
      <p:ext uri="{BB962C8B-B14F-4D97-AF65-F5344CB8AC3E}">
        <p14:creationId xmlns:p14="http://schemas.microsoft.com/office/powerpoint/2010/main" val="3859307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analysis uses the Kaggle COVID-19 Worldwide Testing Data file, which provides daily testing, case, recovery, and death counts for over one hundred countries. It allows consistent cross-country comparisons over the course of the pandemic.</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7</a:t>
            </a:fld>
            <a:endParaRPr lang="en-US"/>
          </a:p>
        </p:txBody>
      </p:sp>
    </p:spTree>
    <p:extLst>
      <p:ext uri="{BB962C8B-B14F-4D97-AF65-F5344CB8AC3E}">
        <p14:creationId xmlns:p14="http://schemas.microsoft.com/office/powerpoint/2010/main" val="3750515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get the dataset ready for analysis, I started by cleaning out anything that could distort the results. That meant removing negative values that were clearly reporting errors and then filling in missing data within each country so the trends stayed consistent over time. After that, I applied a seven-day rolling average to smooth out daily noise, since reported numbers can jump around a lot from day to day. I also created new variables—like growth rates in active cases and lagged testing measures—so I could see not just what testing looked like today, but how it affected case changes in the following days. Altogether, these steps helped build a reliable dataset for examining how testing influences pandemic trends.</a:t>
            </a:r>
          </a:p>
        </p:txBody>
      </p:sp>
      <p:sp>
        <p:nvSpPr>
          <p:cNvPr id="4" name="Slide Number Placeholder 3"/>
          <p:cNvSpPr>
            <a:spLocks noGrp="1"/>
          </p:cNvSpPr>
          <p:nvPr>
            <p:ph type="sldNum" sz="quarter" idx="5"/>
          </p:nvPr>
        </p:nvSpPr>
        <p:spPr/>
        <p:txBody>
          <a:bodyPr/>
          <a:lstStyle/>
          <a:p>
            <a:fld id="{B5D8925A-2082-9944-96F3-265E2E93E78D}" type="slidenum">
              <a:rPr lang="en-US" smtClean="0"/>
              <a:t>8</a:t>
            </a:fld>
            <a:endParaRPr lang="en-US"/>
          </a:p>
        </p:txBody>
      </p:sp>
    </p:spTree>
    <p:extLst>
      <p:ext uri="{BB962C8B-B14F-4D97-AF65-F5344CB8AC3E}">
        <p14:creationId xmlns:p14="http://schemas.microsoft.com/office/powerpoint/2010/main" val="2201611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analysis, I used a fixed-effects regression model, which is helpful because it controls for differences that naturally exist between countries—like healthcare systems or population size—as well as changes over time that affect all countries, such as global policy shifts. To make sure the findings were reliable, I ran two additional checks: a bootstrap test, which repeatedly resamples the data to see whether the results stay consistent, and a jackknife test, which removes one country at a time to make sure no single country is driving the results. I also used a distributed-lag model to understand when testing matters most, since the effects usually show up days or weeks later. Altogether, these methods give a much clearer picture of how testing influences case growth over time.</a:t>
            </a:r>
          </a:p>
        </p:txBody>
      </p:sp>
      <p:sp>
        <p:nvSpPr>
          <p:cNvPr id="4" name="Slide Number Placeholder 3"/>
          <p:cNvSpPr>
            <a:spLocks noGrp="1"/>
          </p:cNvSpPr>
          <p:nvPr>
            <p:ph type="sldNum" sz="quarter" idx="5"/>
          </p:nvPr>
        </p:nvSpPr>
        <p:spPr/>
        <p:txBody>
          <a:bodyPr/>
          <a:lstStyle/>
          <a:p>
            <a:fld id="{B5D8925A-2082-9944-96F3-265E2E93E78D}" type="slidenum">
              <a:rPr lang="en-US" smtClean="0"/>
              <a:t>9</a:t>
            </a:fld>
            <a:endParaRPr lang="en-US"/>
          </a:p>
        </p:txBody>
      </p:sp>
    </p:spTree>
    <p:extLst>
      <p:ext uri="{BB962C8B-B14F-4D97-AF65-F5344CB8AC3E}">
        <p14:creationId xmlns:p14="http://schemas.microsoft.com/office/powerpoint/2010/main" val="271730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regression results reveal a very clear pattern: countries that increased testing generally saw slower growth in active COVID-19 cases. Across all of the different model setups—whether I used a one-day lag, a seven-day lag, or smoothed seven-day averages—the coefficients stayed negative and fairly consistent. That means the relationship wasn’t just a fluke of one particular model. Even after controlling for country differences and global time trends, testing still emerged as a meaningful predictor of reduced case growth. So overall, the regression summary strongly supports the core hypothesis that more widespread testing helps slow the pandemic by catching infections earlier.</a:t>
            </a:r>
          </a:p>
        </p:txBody>
      </p:sp>
      <p:sp>
        <p:nvSpPr>
          <p:cNvPr id="4" name="Slide Number Placeholder 3"/>
          <p:cNvSpPr>
            <a:spLocks noGrp="1"/>
          </p:cNvSpPr>
          <p:nvPr>
            <p:ph type="sldNum" sz="quarter" idx="5"/>
          </p:nvPr>
        </p:nvSpPr>
        <p:spPr/>
        <p:txBody>
          <a:bodyPr/>
          <a:lstStyle/>
          <a:p>
            <a:fld id="{B5D8925A-2082-9944-96F3-265E2E93E78D}" type="slidenum">
              <a:rPr lang="en-US" smtClean="0"/>
              <a:t>10</a:t>
            </a:fld>
            <a:endParaRPr lang="en-US"/>
          </a:p>
        </p:txBody>
      </p:sp>
    </p:spTree>
    <p:extLst>
      <p:ext uri="{BB962C8B-B14F-4D97-AF65-F5344CB8AC3E}">
        <p14:creationId xmlns:p14="http://schemas.microsoft.com/office/powerpoint/2010/main" val="2367366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bootstrap histogram adds another layer of confidence to the findings. When I resampled the data 1,000 different times, the estimated effect of testing stayed consistently negative across nearly all of those runs. In other words, even when the dataset is slightly reshuffled each time, the core relationship doesn’t disappear. This tells us that the result isn’t being driven by random noise, outliers, or any one unusual subset of countries. Instead, the negative association between increased testing and slower case growth is a stable, repeatable pattern in the data.</a:t>
            </a:r>
          </a:p>
        </p:txBody>
      </p:sp>
      <p:sp>
        <p:nvSpPr>
          <p:cNvPr id="4" name="Slide Number Placeholder 3"/>
          <p:cNvSpPr>
            <a:spLocks noGrp="1"/>
          </p:cNvSpPr>
          <p:nvPr>
            <p:ph type="sldNum" sz="quarter" idx="5"/>
          </p:nvPr>
        </p:nvSpPr>
        <p:spPr/>
        <p:txBody>
          <a:bodyPr/>
          <a:lstStyle/>
          <a:p>
            <a:fld id="{B5D8925A-2082-9944-96F3-265E2E93E78D}" type="slidenum">
              <a:rPr lang="en-US" smtClean="0"/>
              <a:t>11</a:t>
            </a:fld>
            <a:endParaRPr lang="en-US"/>
          </a:p>
        </p:txBody>
      </p:sp>
    </p:spTree>
    <p:extLst>
      <p:ext uri="{BB962C8B-B14F-4D97-AF65-F5344CB8AC3E}">
        <p14:creationId xmlns:p14="http://schemas.microsoft.com/office/powerpoint/2010/main" val="148415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jackknife distribution gives us another important reliability check. In this test, I reran the model many times, each time removing one country from the dataset. If a single country were driving the results, we would see the estimated effect swing wildly depending on which country was excluded. But that didn’t happen. The coefficients stayed tightly clustered and consistently negative. This shows that the overall finding doesn’t depend on any one country’s data—whether it’s the United States, India, Italy, or any other nation. The relationship between increased testing and slower case growth holds broadly across the global sample.</a:t>
            </a:r>
          </a:p>
        </p:txBody>
      </p:sp>
      <p:sp>
        <p:nvSpPr>
          <p:cNvPr id="4" name="Slide Number Placeholder 3"/>
          <p:cNvSpPr>
            <a:spLocks noGrp="1"/>
          </p:cNvSpPr>
          <p:nvPr>
            <p:ph type="sldNum" sz="quarter" idx="5"/>
          </p:nvPr>
        </p:nvSpPr>
        <p:spPr/>
        <p:txBody>
          <a:bodyPr/>
          <a:lstStyle/>
          <a:p>
            <a:fld id="{B5D8925A-2082-9944-96F3-265E2E93E78D}" type="slidenum">
              <a:rPr lang="en-US" smtClean="0"/>
              <a:t>12</a:t>
            </a:fld>
            <a:endParaRPr lang="en-US"/>
          </a:p>
        </p:txBody>
      </p:sp>
    </p:spTree>
    <p:extLst>
      <p:ext uri="{BB962C8B-B14F-4D97-AF65-F5344CB8AC3E}">
        <p14:creationId xmlns:p14="http://schemas.microsoft.com/office/powerpoint/2010/main" val="437772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distributed-lag plot shows how the impact of testing unfolds over time, and the pattern is very clear. The strongest effect appears about one to two weeks after testing increases, which makes perfect sense given what we know about COVID-19’s incubation period and reporting delays. In the early days, the effect is small because tests are just identifying current infections. But as we move into that one- to two-week window, the coefficients become more strongly negative, showing that earlier detection is starting to break transmission chains. This timing match between the statistical results and real-world disease dynamics adds a lot of credibility to the findings.</a:t>
            </a:r>
          </a:p>
        </p:txBody>
      </p:sp>
      <p:sp>
        <p:nvSpPr>
          <p:cNvPr id="4" name="Slide Number Placeholder 3"/>
          <p:cNvSpPr>
            <a:spLocks noGrp="1"/>
          </p:cNvSpPr>
          <p:nvPr>
            <p:ph type="sldNum" sz="quarter" idx="5"/>
          </p:nvPr>
        </p:nvSpPr>
        <p:spPr/>
        <p:txBody>
          <a:bodyPr/>
          <a:lstStyle/>
          <a:p>
            <a:fld id="{B5D8925A-2082-9944-96F3-265E2E93E78D}" type="slidenum">
              <a:rPr lang="en-US" smtClean="0"/>
              <a:t>13</a:t>
            </a:fld>
            <a:endParaRPr lang="en-US"/>
          </a:p>
        </p:txBody>
      </p:sp>
    </p:spTree>
    <p:extLst>
      <p:ext uri="{BB962C8B-B14F-4D97-AF65-F5344CB8AC3E}">
        <p14:creationId xmlns:p14="http://schemas.microsoft.com/office/powerpoint/2010/main" val="3987196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binned scatter plot makes the relationship especially easy to see. After accounting for differences across countries and over time, the trend still moves in the same direction: higher testing levels line up with lower growth in active cases. </a:t>
            </a:r>
          </a:p>
          <a:p>
            <a:endParaRPr lang="en-US" dirty="0"/>
          </a:p>
          <a:p>
            <a:r>
              <a:rPr lang="en-US" dirty="0"/>
              <a:t>Each point on the plot represents an average within groups of similar testing levels.</a:t>
            </a:r>
          </a:p>
          <a:p>
            <a:endParaRPr lang="en-US" dirty="0"/>
          </a:p>
          <a:p>
            <a:r>
              <a:rPr lang="en-US" dirty="0"/>
              <a:t>The downward-sloping line shows that this isn’t just noise—it’s a consistent pattern. Visually, it reinforces what the regression models found: when countries test more, they’re better at slowing the spread.</a:t>
            </a:r>
          </a:p>
        </p:txBody>
      </p:sp>
      <p:sp>
        <p:nvSpPr>
          <p:cNvPr id="4" name="Slide Number Placeholder 3"/>
          <p:cNvSpPr>
            <a:spLocks noGrp="1"/>
          </p:cNvSpPr>
          <p:nvPr>
            <p:ph type="sldNum" sz="quarter" idx="5"/>
          </p:nvPr>
        </p:nvSpPr>
        <p:spPr/>
        <p:txBody>
          <a:bodyPr/>
          <a:lstStyle/>
          <a:p>
            <a:fld id="{B5D8925A-2082-9944-96F3-265E2E93E78D}" type="slidenum">
              <a:rPr lang="en-US" smtClean="0"/>
              <a:t>14</a:t>
            </a:fld>
            <a:endParaRPr lang="en-US"/>
          </a:p>
        </p:txBody>
      </p:sp>
    </p:spTree>
    <p:extLst>
      <p:ext uri="{BB962C8B-B14F-4D97-AF65-F5344CB8AC3E}">
        <p14:creationId xmlns:p14="http://schemas.microsoft.com/office/powerpoint/2010/main" val="3622337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these findings make a strong case that testing really does help slow the spread of COVID-19. Across all of the analyses, the same pattern keeps appearing: when testing goes up, growth in active cases goes down. The fact that the strongest effects show up after a short delay also fits what we would expect—early detection gives countries time to isolate cases before they trigger more transmission. What’s encouraging is that these results hold across multiple statistical checks, which means the relationship isn’t just a coincidence. In the bigger picture, this reinforces what earlier studies suggested while also adding clearer, more global evidence to support the role of testing in pandemic control.</a:t>
            </a:r>
          </a:p>
        </p:txBody>
      </p:sp>
      <p:sp>
        <p:nvSpPr>
          <p:cNvPr id="4" name="Slide Number Placeholder 3"/>
          <p:cNvSpPr>
            <a:spLocks noGrp="1"/>
          </p:cNvSpPr>
          <p:nvPr>
            <p:ph type="sldNum" sz="quarter" idx="5"/>
          </p:nvPr>
        </p:nvSpPr>
        <p:spPr/>
        <p:txBody>
          <a:bodyPr/>
          <a:lstStyle/>
          <a:p>
            <a:fld id="{B5D8925A-2082-9944-96F3-265E2E93E78D}" type="slidenum">
              <a:rPr lang="en-US" smtClean="0"/>
              <a:t>15</a:t>
            </a:fld>
            <a:endParaRPr lang="en-US"/>
          </a:p>
        </p:txBody>
      </p:sp>
    </p:spTree>
    <p:extLst>
      <p:ext uri="{BB962C8B-B14F-4D97-AF65-F5344CB8AC3E}">
        <p14:creationId xmlns:p14="http://schemas.microsoft.com/office/powerpoint/2010/main" val="3001617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there are some limitations to keep in mind. Countries differ in how they report cases and testing data, which adds some noise that no dataset can fully eliminate. And because this is observational data, we can’t completely separate the effects of testing from other policies happening at the same time, like lockdowns or mask mandates. Even with those limitations, the results remain remarkably consistent. Every robustness test—bootstrap, jackknife, placebo checks—points in the same direction, which gives us confidence that the relationship between increased testing and slower case growth is real and reliable.</a:t>
            </a:r>
          </a:p>
        </p:txBody>
      </p:sp>
      <p:sp>
        <p:nvSpPr>
          <p:cNvPr id="4" name="Slide Number Placeholder 3"/>
          <p:cNvSpPr>
            <a:spLocks noGrp="1"/>
          </p:cNvSpPr>
          <p:nvPr>
            <p:ph type="sldNum" sz="quarter" idx="5"/>
          </p:nvPr>
        </p:nvSpPr>
        <p:spPr/>
        <p:txBody>
          <a:bodyPr/>
          <a:lstStyle/>
          <a:p>
            <a:fld id="{B5D8925A-2082-9944-96F3-265E2E93E78D}" type="slidenum">
              <a:rPr lang="en-US" smtClean="0"/>
              <a:t>16</a:t>
            </a:fld>
            <a:endParaRPr lang="en-US"/>
          </a:p>
        </p:txBody>
      </p:sp>
    </p:spTree>
    <p:extLst>
      <p:ext uri="{BB962C8B-B14F-4D97-AF65-F5344CB8AC3E}">
        <p14:creationId xmlns:p14="http://schemas.microsoft.com/office/powerpoint/2010/main" val="4049874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the evidence strongly supports the hypothesis. Countries that tested more frequently consistently experienced slower growth in active COVID-19 cases, particularly after a one- to two-week delay. That timing lines up with what we know about how infections progress and when they get reported. Taken together, the statistical models and visualizations all point to the same conclusion: early and sustained testing genuinely helps break transmission chains. Based on these results, testing should be viewed as a core component of any pandemic response strategy, not just as a diagnostic tool but as an essential part of controlling spread at the population level.</a:t>
            </a:r>
          </a:p>
        </p:txBody>
      </p:sp>
      <p:sp>
        <p:nvSpPr>
          <p:cNvPr id="4" name="Slide Number Placeholder 3"/>
          <p:cNvSpPr>
            <a:spLocks noGrp="1"/>
          </p:cNvSpPr>
          <p:nvPr>
            <p:ph type="sldNum" sz="quarter" idx="5"/>
          </p:nvPr>
        </p:nvSpPr>
        <p:spPr/>
        <p:txBody>
          <a:bodyPr/>
          <a:lstStyle/>
          <a:p>
            <a:fld id="{B5D8925A-2082-9944-96F3-265E2E93E78D}" type="slidenum">
              <a:rPr lang="en-US" smtClean="0"/>
              <a:t>17</a:t>
            </a:fld>
            <a:endParaRPr lang="en-US"/>
          </a:p>
        </p:txBody>
      </p:sp>
    </p:spTree>
    <p:extLst>
      <p:ext uri="{BB962C8B-B14F-4D97-AF65-F5344CB8AC3E}">
        <p14:creationId xmlns:p14="http://schemas.microsoft.com/office/powerpoint/2010/main" val="4016602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future research should bring in more detailed data such as hospitalization records, vaccination timelines, and healthcare capacity to get a clearer picture of how testing interacts with other public-health factors. It would also be valuable to apply more advanced causal methods—like instrumental variables or synthetic control models—to better separate the direct effect of testing from the influence of other policies. Finally, developing real-time dashboards that combine testing, case trends, and predictive modeling could help governments adjust their strategies more quickly during future outbreaks. Together, these steps would build on the findings of this study and support stronger, more responsive pandemic preparedness.</a:t>
            </a:r>
          </a:p>
        </p:txBody>
      </p:sp>
      <p:sp>
        <p:nvSpPr>
          <p:cNvPr id="4" name="Slide Number Placeholder 3"/>
          <p:cNvSpPr>
            <a:spLocks noGrp="1"/>
          </p:cNvSpPr>
          <p:nvPr>
            <p:ph type="sldNum" sz="quarter" idx="5"/>
          </p:nvPr>
        </p:nvSpPr>
        <p:spPr/>
        <p:txBody>
          <a:bodyPr/>
          <a:lstStyle/>
          <a:p>
            <a:fld id="{B5D8925A-2082-9944-96F3-265E2E93E78D}" type="slidenum">
              <a:rPr lang="en-US" smtClean="0"/>
              <a:t>18</a:t>
            </a:fld>
            <a:endParaRPr lang="en-US"/>
          </a:p>
        </p:txBody>
      </p:sp>
    </p:spTree>
    <p:extLst>
      <p:ext uri="{BB962C8B-B14F-4D97-AF65-F5344CB8AC3E}">
        <p14:creationId xmlns:p14="http://schemas.microsoft.com/office/powerpoint/2010/main" val="1064034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listening to my presentation. I appreciate your time.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19</a:t>
            </a:fld>
            <a:endParaRPr lang="en-US"/>
          </a:p>
        </p:txBody>
      </p:sp>
    </p:spTree>
    <p:extLst>
      <p:ext uri="{BB962C8B-B14F-4D97-AF65-F5344CB8AC3E}">
        <p14:creationId xmlns:p14="http://schemas.microsoft.com/office/powerpoint/2010/main" val="91657515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12/11/25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12/11/25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12/11/25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12/11/25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12/11/25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12/11/25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12/11/25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slideLayout" Target="../slideLayouts/slideLayout1.xml"/><Relationship Id="rId7" Type="http://schemas.openxmlformats.org/officeDocument/2006/relationships/image" Target="../media/image5.png"/><Relationship Id="rId2" Type="http://schemas.openxmlformats.org/officeDocument/2006/relationships/audio" Target="../media/media1.mp3"/><Relationship Id="rId1" Type="http://schemas.microsoft.com/office/2007/relationships/media" Target="../media/media1.mp3"/><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microsoft.com/office/2007/relationships/hdphoto" Target="../media/hdphoto2.wdp"/><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8.png"/><Relationship Id="rId5" Type="http://schemas.openxmlformats.org/officeDocument/2006/relationships/image" Target="../media/image7.jpeg"/><Relationship Id="rId10" Type="http://schemas.openxmlformats.org/officeDocument/2006/relationships/image" Target="../media/image6.png"/><Relationship Id="rId4" Type="http://schemas.openxmlformats.org/officeDocument/2006/relationships/notesSlide" Target="../notesSlides/notesSlide2.xml"/><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6.png"/><Relationship Id="rId4" Type="http://schemas.openxmlformats.org/officeDocument/2006/relationships/notesSlide" Target="../notesSlides/notesSlide3.xml"/><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microsoft.com/office/2007/relationships/hdphoto" Target="../media/hdphoto2.wdp"/><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9.jpeg"/><Relationship Id="rId10" Type="http://schemas.openxmlformats.org/officeDocument/2006/relationships/image" Target="../media/image6.png"/><Relationship Id="rId4" Type="http://schemas.openxmlformats.org/officeDocument/2006/relationships/notesSlide" Target="../notesSlides/notesSlide4.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6.png"/><Relationship Id="rId5" Type="http://schemas.openxmlformats.org/officeDocument/2006/relationships/image" Target="../media/image10.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slideLayout" Target="../slideLayouts/slideLayout2.xml"/><Relationship Id="rId7" Type="http://schemas.openxmlformats.org/officeDocument/2006/relationships/diagramData" Target="../diagrams/data2.xml"/><Relationship Id="rId12" Type="http://schemas.openxmlformats.org/officeDocument/2006/relationships/image" Target="../media/image6.png"/><Relationship Id="rId2" Type="http://schemas.openxmlformats.org/officeDocument/2006/relationships/audio" Target="../media/media6.mp3"/><Relationship Id="rId1" Type="http://schemas.microsoft.com/office/2007/relationships/media" Target="../media/media6.mp3"/><Relationship Id="rId6" Type="http://schemas.microsoft.com/office/2007/relationships/hdphoto" Target="../media/hdphoto2.wdp"/><Relationship Id="rId11" Type="http://schemas.microsoft.com/office/2007/relationships/diagramDrawing" Target="../diagrams/drawing2.xml"/><Relationship Id="rId5" Type="http://schemas.openxmlformats.org/officeDocument/2006/relationships/image" Target="../media/image4.png"/><Relationship Id="rId10" Type="http://schemas.openxmlformats.org/officeDocument/2006/relationships/diagramColors" Target="../diagrams/colors2.xml"/><Relationship Id="rId4" Type="http://schemas.openxmlformats.org/officeDocument/2006/relationships/notesSlide" Target="../notesSlides/notesSlide6.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slideLayout" Target="../slideLayouts/slideLayout2.xml"/><Relationship Id="rId7" Type="http://schemas.openxmlformats.org/officeDocument/2006/relationships/diagramData" Target="../diagrams/data3.xml"/><Relationship Id="rId12" Type="http://schemas.openxmlformats.org/officeDocument/2006/relationships/image" Target="../media/image6.png"/><Relationship Id="rId2" Type="http://schemas.openxmlformats.org/officeDocument/2006/relationships/audio" Target="../media/media7.mp3"/><Relationship Id="rId1" Type="http://schemas.microsoft.com/office/2007/relationships/media" Target="../media/media7.mp3"/><Relationship Id="rId6" Type="http://schemas.microsoft.com/office/2007/relationships/hdphoto" Target="../media/hdphoto2.wdp"/><Relationship Id="rId11" Type="http://schemas.microsoft.com/office/2007/relationships/diagramDrawing" Target="../diagrams/drawing3.xml"/><Relationship Id="rId5" Type="http://schemas.openxmlformats.org/officeDocument/2006/relationships/image" Target="../media/image4.png"/><Relationship Id="rId10" Type="http://schemas.openxmlformats.org/officeDocument/2006/relationships/diagramColors" Target="../diagrams/colors3.xml"/><Relationship Id="rId4" Type="http://schemas.openxmlformats.org/officeDocument/2006/relationships/notesSlide" Target="../notesSlides/notesSlide7.xml"/><Relationship Id="rId9"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13" Type="http://schemas.microsoft.com/office/2007/relationships/diagramDrawing" Target="../diagrams/drawing4.xml"/><Relationship Id="rId3" Type="http://schemas.openxmlformats.org/officeDocument/2006/relationships/slideLayout" Target="../slideLayouts/slideLayout2.xml"/><Relationship Id="rId7" Type="http://schemas.openxmlformats.org/officeDocument/2006/relationships/image" Target="../media/image4.png"/><Relationship Id="rId12" Type="http://schemas.openxmlformats.org/officeDocument/2006/relationships/diagramColors" Target="../diagrams/colors4.xml"/><Relationship Id="rId2" Type="http://schemas.openxmlformats.org/officeDocument/2006/relationships/audio" Target="../media/media8.mp3"/><Relationship Id="rId1" Type="http://schemas.microsoft.com/office/2007/relationships/media" Target="../media/media8.mp3"/><Relationship Id="rId6" Type="http://schemas.microsoft.com/office/2007/relationships/hdphoto" Target="../media/hdphoto3.wdp"/><Relationship Id="rId11" Type="http://schemas.openxmlformats.org/officeDocument/2006/relationships/diagramQuickStyle" Target="../diagrams/quickStyle4.xml"/><Relationship Id="rId5" Type="http://schemas.openxmlformats.org/officeDocument/2006/relationships/image" Target="../media/image5.png"/><Relationship Id="rId10" Type="http://schemas.openxmlformats.org/officeDocument/2006/relationships/diagramLayout" Target="../diagrams/layout4.xml"/><Relationship Id="rId4" Type="http://schemas.openxmlformats.org/officeDocument/2006/relationships/notesSlide" Target="../notesSlides/notesSlide8.xml"/><Relationship Id="rId9" Type="http://schemas.openxmlformats.org/officeDocument/2006/relationships/diagramData" Target="../diagrams/data4.xml"/><Relationship Id="rId1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microsoft.com/office/2007/relationships/hdphoto" Target="../media/hdphoto2.wdp"/><Relationship Id="rId13" Type="http://schemas.microsoft.com/office/2007/relationships/diagramDrawing" Target="../diagrams/drawing5.xml"/><Relationship Id="rId3" Type="http://schemas.openxmlformats.org/officeDocument/2006/relationships/slideLayout" Target="../slideLayouts/slideLayout2.xml"/><Relationship Id="rId7" Type="http://schemas.openxmlformats.org/officeDocument/2006/relationships/image" Target="../media/image4.png"/><Relationship Id="rId12" Type="http://schemas.openxmlformats.org/officeDocument/2006/relationships/diagramColors" Target="../diagrams/colors5.xml"/><Relationship Id="rId2" Type="http://schemas.openxmlformats.org/officeDocument/2006/relationships/audio" Target="../media/media9.mp3"/><Relationship Id="rId1" Type="http://schemas.microsoft.com/office/2007/relationships/media" Target="../media/media9.mp3"/><Relationship Id="rId6" Type="http://schemas.microsoft.com/office/2007/relationships/hdphoto" Target="../media/hdphoto3.wdp"/><Relationship Id="rId11" Type="http://schemas.openxmlformats.org/officeDocument/2006/relationships/diagramQuickStyle" Target="../diagrams/quickStyle5.xml"/><Relationship Id="rId5" Type="http://schemas.openxmlformats.org/officeDocument/2006/relationships/image" Target="../media/image5.png"/><Relationship Id="rId10" Type="http://schemas.openxmlformats.org/officeDocument/2006/relationships/diagramLayout" Target="../diagrams/layout5.xml"/><Relationship Id="rId4" Type="http://schemas.openxmlformats.org/officeDocument/2006/relationships/notesSlide" Target="../notesSlides/notesSlide9.xml"/><Relationship Id="rId9" Type="http://schemas.openxmlformats.org/officeDocument/2006/relationships/diagramData" Target="../diagrams/data5.xml"/><Relationship Id="rId1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6.xml"/><Relationship Id="rId13" Type="http://schemas.openxmlformats.org/officeDocument/2006/relationships/image" Target="../media/image6.png"/><Relationship Id="rId3" Type="http://schemas.openxmlformats.org/officeDocument/2006/relationships/slideLayout" Target="../slideLayouts/slideLayout2.xml"/><Relationship Id="rId7" Type="http://schemas.openxmlformats.org/officeDocument/2006/relationships/diagramLayout" Target="../diagrams/layout6.xml"/><Relationship Id="rId12" Type="http://schemas.microsoft.com/office/2007/relationships/hdphoto" Target="../media/hdphoto1.wdp"/><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diagramData" Target="../diagrams/data6.xml"/><Relationship Id="rId11" Type="http://schemas.openxmlformats.org/officeDocument/2006/relationships/image" Target="../media/image2.png"/><Relationship Id="rId5" Type="http://schemas.openxmlformats.org/officeDocument/2006/relationships/image" Target="../media/image29.emf"/><Relationship Id="rId10" Type="http://schemas.microsoft.com/office/2007/relationships/diagramDrawing" Target="../diagrams/drawing6.xml"/><Relationship Id="rId4" Type="http://schemas.openxmlformats.org/officeDocument/2006/relationships/notesSlide" Target="../notesSlides/notesSlide10.xml"/><Relationship Id="rId9" Type="http://schemas.openxmlformats.org/officeDocument/2006/relationships/diagramColors" Target="../diagrams/colors6.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13" Type="http://schemas.microsoft.com/office/2007/relationships/diagramDrawing" Target="../diagrams/drawing7.xml"/><Relationship Id="rId3" Type="http://schemas.openxmlformats.org/officeDocument/2006/relationships/slideLayout" Target="../slideLayouts/slideLayout2.xml"/><Relationship Id="rId7" Type="http://schemas.openxmlformats.org/officeDocument/2006/relationships/image" Target="../media/image30.emf"/><Relationship Id="rId12" Type="http://schemas.openxmlformats.org/officeDocument/2006/relationships/diagramColors" Target="../diagrams/colors7.xml"/><Relationship Id="rId2" Type="http://schemas.openxmlformats.org/officeDocument/2006/relationships/audio" Target="../media/media11.mp3"/><Relationship Id="rId1" Type="http://schemas.microsoft.com/office/2007/relationships/media" Target="../media/media11.mp3"/><Relationship Id="rId6" Type="http://schemas.microsoft.com/office/2007/relationships/hdphoto" Target="../media/hdphoto2.wdp"/><Relationship Id="rId11" Type="http://schemas.openxmlformats.org/officeDocument/2006/relationships/diagramQuickStyle" Target="../diagrams/quickStyle7.xml"/><Relationship Id="rId5" Type="http://schemas.openxmlformats.org/officeDocument/2006/relationships/image" Target="../media/image4.png"/><Relationship Id="rId10" Type="http://schemas.openxmlformats.org/officeDocument/2006/relationships/diagramLayout" Target="../diagrams/layout7.xml"/><Relationship Id="rId4" Type="http://schemas.openxmlformats.org/officeDocument/2006/relationships/notesSlide" Target="../notesSlides/notesSlide11.xml"/><Relationship Id="rId9" Type="http://schemas.openxmlformats.org/officeDocument/2006/relationships/diagramData" Target="../diagrams/data7.xml"/><Relationship Id="rId1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png"/><Relationship Id="rId5" Type="http://schemas.openxmlformats.org/officeDocument/2006/relationships/image" Target="../media/image31.emf"/><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6.png"/><Relationship Id="rId5" Type="http://schemas.openxmlformats.org/officeDocument/2006/relationships/image" Target="../media/image32.emf"/><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33.emf"/><Relationship Id="rId2" Type="http://schemas.openxmlformats.org/officeDocument/2006/relationships/audio" Target="../media/media14.mp3"/><Relationship Id="rId1" Type="http://schemas.microsoft.com/office/2007/relationships/media" Target="../media/media14.mp3"/><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4.xml"/><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slideLayout" Target="../slideLayouts/slideLayout2.xml"/><Relationship Id="rId7" Type="http://schemas.openxmlformats.org/officeDocument/2006/relationships/diagramData" Target="../diagrams/data8.xml"/><Relationship Id="rId12" Type="http://schemas.openxmlformats.org/officeDocument/2006/relationships/image" Target="../media/image6.png"/><Relationship Id="rId2" Type="http://schemas.openxmlformats.org/officeDocument/2006/relationships/audio" Target="../media/media15.mp3"/><Relationship Id="rId1" Type="http://schemas.microsoft.com/office/2007/relationships/media" Target="../media/media15.mp3"/><Relationship Id="rId6" Type="http://schemas.microsoft.com/office/2007/relationships/hdphoto" Target="../media/hdphoto2.wdp"/><Relationship Id="rId11" Type="http://schemas.microsoft.com/office/2007/relationships/diagramDrawing" Target="../diagrams/drawing8.xml"/><Relationship Id="rId5" Type="http://schemas.openxmlformats.org/officeDocument/2006/relationships/image" Target="../media/image4.png"/><Relationship Id="rId10" Type="http://schemas.openxmlformats.org/officeDocument/2006/relationships/diagramColors" Target="../diagrams/colors8.xml"/><Relationship Id="rId4" Type="http://schemas.openxmlformats.org/officeDocument/2006/relationships/notesSlide" Target="../notesSlides/notesSlide15.xml"/><Relationship Id="rId9"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slideLayout" Target="../slideLayouts/slideLayout2.xml"/><Relationship Id="rId7" Type="http://schemas.openxmlformats.org/officeDocument/2006/relationships/diagramData" Target="../diagrams/data9.xml"/><Relationship Id="rId12" Type="http://schemas.openxmlformats.org/officeDocument/2006/relationships/image" Target="../media/image6.png"/><Relationship Id="rId2" Type="http://schemas.openxmlformats.org/officeDocument/2006/relationships/audio" Target="../media/media16.mp3"/><Relationship Id="rId1" Type="http://schemas.microsoft.com/office/2007/relationships/media" Target="../media/media16.mp3"/><Relationship Id="rId6" Type="http://schemas.microsoft.com/office/2007/relationships/hdphoto" Target="../media/hdphoto2.wdp"/><Relationship Id="rId11" Type="http://schemas.microsoft.com/office/2007/relationships/diagramDrawing" Target="../diagrams/drawing9.xml"/><Relationship Id="rId5" Type="http://schemas.openxmlformats.org/officeDocument/2006/relationships/image" Target="../media/image4.png"/><Relationship Id="rId10" Type="http://schemas.openxmlformats.org/officeDocument/2006/relationships/diagramColors" Target="../diagrams/colors9.xml"/><Relationship Id="rId4" Type="http://schemas.openxmlformats.org/officeDocument/2006/relationships/notesSlide" Target="../notesSlides/notesSlide16.xml"/><Relationship Id="rId9"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slideLayout" Target="../slideLayouts/slideLayout2.xml"/><Relationship Id="rId7" Type="http://schemas.openxmlformats.org/officeDocument/2006/relationships/diagramData" Target="../diagrams/data10.xml"/><Relationship Id="rId12" Type="http://schemas.openxmlformats.org/officeDocument/2006/relationships/image" Target="../media/image6.png"/><Relationship Id="rId2" Type="http://schemas.openxmlformats.org/officeDocument/2006/relationships/audio" Target="../media/media17.mp3"/><Relationship Id="rId1" Type="http://schemas.microsoft.com/office/2007/relationships/media" Target="../media/media17.mp3"/><Relationship Id="rId6" Type="http://schemas.microsoft.com/office/2007/relationships/hdphoto" Target="../media/hdphoto2.wdp"/><Relationship Id="rId11" Type="http://schemas.microsoft.com/office/2007/relationships/diagramDrawing" Target="../diagrams/drawing10.xml"/><Relationship Id="rId5" Type="http://schemas.openxmlformats.org/officeDocument/2006/relationships/image" Target="../media/image4.png"/><Relationship Id="rId10" Type="http://schemas.openxmlformats.org/officeDocument/2006/relationships/diagramColors" Target="../diagrams/colors10.xml"/><Relationship Id="rId4" Type="http://schemas.openxmlformats.org/officeDocument/2006/relationships/notesSlide" Target="../notesSlides/notesSlide17.xml"/><Relationship Id="rId9"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slideLayout" Target="../slideLayouts/slideLayout2.xml"/><Relationship Id="rId7" Type="http://schemas.openxmlformats.org/officeDocument/2006/relationships/diagramData" Target="../diagrams/data11.xml"/><Relationship Id="rId12" Type="http://schemas.openxmlformats.org/officeDocument/2006/relationships/image" Target="../media/image6.png"/><Relationship Id="rId2" Type="http://schemas.openxmlformats.org/officeDocument/2006/relationships/audio" Target="../media/media18.mp3"/><Relationship Id="rId1" Type="http://schemas.microsoft.com/office/2007/relationships/media" Target="../media/media18.mp3"/><Relationship Id="rId6" Type="http://schemas.microsoft.com/office/2007/relationships/hdphoto" Target="../media/hdphoto2.wdp"/><Relationship Id="rId11" Type="http://schemas.microsoft.com/office/2007/relationships/diagramDrawing" Target="../diagrams/drawing11.xml"/><Relationship Id="rId5" Type="http://schemas.openxmlformats.org/officeDocument/2006/relationships/image" Target="../media/image4.png"/><Relationship Id="rId10" Type="http://schemas.openxmlformats.org/officeDocument/2006/relationships/diagramColors" Target="../diagrams/colors11.xml"/><Relationship Id="rId4" Type="http://schemas.openxmlformats.org/officeDocument/2006/relationships/notesSlide" Target="../notesSlides/notesSlide18.xml"/><Relationship Id="rId9"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slideLayout" Target="../slideLayouts/slideLayout2.xml"/><Relationship Id="rId7" Type="http://schemas.openxmlformats.org/officeDocument/2006/relationships/image" Target="../media/image50.png"/><Relationship Id="rId2" Type="http://schemas.openxmlformats.org/officeDocument/2006/relationships/audio" Target="../media/media19.mp3"/><Relationship Id="rId1" Type="http://schemas.microsoft.com/office/2007/relationships/media" Target="../media/media19.mp3"/><Relationship Id="rId6" Type="http://schemas.microsoft.com/office/2007/relationships/hdphoto" Target="../media/hdphoto2.wdp"/><Relationship Id="rId5" Type="http://schemas.openxmlformats.org/officeDocument/2006/relationships/image" Target="../media/image4.png"/><Relationship Id="rId10" Type="http://schemas.openxmlformats.org/officeDocument/2006/relationships/image" Target="../media/image6.png"/><Relationship Id="rId4" Type="http://schemas.openxmlformats.org/officeDocument/2006/relationships/notesSlide" Target="../notesSlides/notesSlide19.xm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8035907-EB9C-4E11-8A9B-D25B0AD8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0028E6F8-1745-60A3-55EF-FDE4D5D76F7A}"/>
              </a:ext>
            </a:extLst>
          </p:cNvPr>
          <p:cNvSpPr>
            <a:spLocks noGrp="1"/>
          </p:cNvSpPr>
          <p:nvPr>
            <p:ph type="ctrTitle"/>
          </p:nvPr>
        </p:nvSpPr>
        <p:spPr>
          <a:xfrm>
            <a:off x="643467" y="643467"/>
            <a:ext cx="6516241" cy="5571066"/>
          </a:xfrm>
        </p:spPr>
        <p:txBody>
          <a:bodyPr>
            <a:normAutofit/>
          </a:bodyPr>
          <a:lstStyle/>
          <a:p>
            <a:pPr algn="r"/>
            <a:br>
              <a:rPr lang="en-US" sz="6800" b="1" dirty="0"/>
            </a:br>
            <a:br>
              <a:rPr lang="en-US" sz="6800" b="1" dirty="0"/>
            </a:br>
            <a:r>
              <a:rPr lang="en-US" sz="6800" b="1" dirty="0"/>
              <a:t>Investigating COVID-19 Virus Trends</a:t>
            </a:r>
            <a:br>
              <a:rPr lang="en-US" sz="6800" b="1" dirty="0"/>
            </a:br>
            <a:endParaRPr lang="en-US" sz="6800" dirty="0"/>
          </a:p>
        </p:txBody>
      </p:sp>
      <p:sp>
        <p:nvSpPr>
          <p:cNvPr id="17" name="Rectangle 16">
            <a:extLst>
              <a:ext uri="{FF2B5EF4-FFF2-40B4-BE49-F238E27FC236}">
                <a16:creationId xmlns:a16="http://schemas.microsoft.com/office/drawing/2014/main" id="{D9C69FA7-0958-4ED9-A0DF-E87A0C137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02709" y="3388657"/>
            <a:ext cx="36576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8" name="Group 17">
            <a:extLst>
              <a:ext uri="{FF2B5EF4-FFF2-40B4-BE49-F238E27FC236}">
                <a16:creationId xmlns:a16="http://schemas.microsoft.com/office/drawing/2014/main" id="{FDB0A998-A5C6-45CB-ACF3-1CF6399202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33595" y="1903304"/>
            <a:ext cx="3051394" cy="3051388"/>
            <a:chOff x="7933595" y="1903304"/>
            <a:chExt cx="3051394" cy="3051388"/>
          </a:xfrm>
        </p:grpSpPr>
        <p:sp>
          <p:nvSpPr>
            <p:cNvPr id="19" name="Oval 18">
              <a:extLst>
                <a:ext uri="{FF2B5EF4-FFF2-40B4-BE49-F238E27FC236}">
                  <a16:creationId xmlns:a16="http://schemas.microsoft.com/office/drawing/2014/main" id="{4AB5B6FA-7B4F-437A-9C78-144C7DCD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33595" y="1903304"/>
              <a:ext cx="3051394" cy="3051388"/>
            </a:xfrm>
            <a:prstGeom prst="ellipse">
              <a:avLst/>
            </a:prstGeom>
            <a:blipFill dpi="0" rotWithShape="1">
              <a:blip r:embed="rId7">
                <a:duotone>
                  <a:schemeClr val="accent1">
                    <a:shade val="45000"/>
                    <a:satMod val="135000"/>
                  </a:schemeClr>
                  <a:prstClr val="white"/>
                </a:duotone>
                <a:extLst>
                  <a:ext uri="{BEBA8EAE-BF5A-486C-A8C5-ECC9F3942E4B}">
                    <a14:imgProps xmlns:a14="http://schemas.microsoft.com/office/drawing/2010/main">
                      <a14:imgLayer r:embed="rId8">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A4199C21-6AE0-4F6F-AA96-6FFF97BB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95024" y="2064730"/>
              <a:ext cx="2728540" cy="2728536"/>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Subtitle 2">
            <a:extLst>
              <a:ext uri="{FF2B5EF4-FFF2-40B4-BE49-F238E27FC236}">
                <a16:creationId xmlns:a16="http://schemas.microsoft.com/office/drawing/2014/main" id="{D65005CE-C30E-5E7F-6605-3DAF0F785357}"/>
              </a:ext>
            </a:extLst>
          </p:cNvPr>
          <p:cNvSpPr>
            <a:spLocks noGrp="1"/>
          </p:cNvSpPr>
          <p:nvPr>
            <p:ph type="subTitle" idx="1"/>
          </p:nvPr>
        </p:nvSpPr>
        <p:spPr>
          <a:xfrm>
            <a:off x="8095025" y="2064730"/>
            <a:ext cx="2728540" cy="2728536"/>
          </a:xfrm>
        </p:spPr>
        <p:txBody>
          <a:bodyPr anchor="ctr">
            <a:normAutofit/>
          </a:bodyPr>
          <a:lstStyle/>
          <a:p>
            <a:pPr algn="ctr"/>
            <a:r>
              <a:rPr lang="en-US">
                <a:solidFill>
                  <a:srgbClr val="FFFFFF"/>
                </a:solidFill>
                <a:latin typeface="+mj-lt"/>
              </a:rPr>
              <a:t>Debbie Cung</a:t>
            </a:r>
            <a:br>
              <a:rPr lang="en-US">
                <a:solidFill>
                  <a:srgbClr val="FFFFFF"/>
                </a:solidFill>
                <a:latin typeface="+mj-lt"/>
              </a:rPr>
            </a:br>
            <a:r>
              <a:rPr lang="en-US">
                <a:solidFill>
                  <a:srgbClr val="FFFFFF"/>
                </a:solidFill>
                <a:latin typeface="+mj-lt"/>
              </a:rPr>
              <a:t>INFO I-492 Final Thesis Project</a:t>
            </a:r>
            <a:br>
              <a:rPr lang="en-US">
                <a:solidFill>
                  <a:srgbClr val="FFFFFF"/>
                </a:solidFill>
                <a:latin typeface="+mj-lt"/>
              </a:rPr>
            </a:br>
            <a:r>
              <a:rPr lang="en-US">
                <a:solidFill>
                  <a:srgbClr val="FFFFFF"/>
                </a:solidFill>
                <a:latin typeface="+mj-lt"/>
              </a:rPr>
              <a:t>Indiana University</a:t>
            </a:r>
          </a:p>
        </p:txBody>
      </p:sp>
      <p:pic>
        <p:nvPicPr>
          <p:cNvPr id="4" name="N_1.mp3">
            <a:hlinkClick r:id="" action="ppaction://media"/>
            <a:extLst>
              <a:ext uri="{FF2B5EF4-FFF2-40B4-BE49-F238E27FC236}">
                <a16:creationId xmlns:a16="http://schemas.microsoft.com/office/drawing/2014/main" id="{AB83B581-68E1-E42B-C6C3-B0CFEC95FFEF}"/>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2404" y="5167085"/>
            <a:ext cx="812800" cy="812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85009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Click="0" advTm="30000">
        <p159:morph option="byObject"/>
      </p:transition>
    </mc:Choice>
    <mc:Fallback xmlns="">
      <p:transition advClick="0"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02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25967-131D-E22E-8998-ECAC8748D808}"/>
              </a:ext>
            </a:extLst>
          </p:cNvPr>
          <p:cNvSpPr>
            <a:spLocks noGrp="1"/>
          </p:cNvSpPr>
          <p:nvPr>
            <p:ph type="title"/>
          </p:nvPr>
        </p:nvSpPr>
        <p:spPr>
          <a:xfrm>
            <a:off x="6587544" y="1382165"/>
            <a:ext cx="4869179" cy="1517984"/>
          </a:xfrm>
        </p:spPr>
        <p:txBody>
          <a:bodyPr>
            <a:normAutofit/>
          </a:bodyPr>
          <a:lstStyle/>
          <a:p>
            <a:r>
              <a:rPr lang="en-US" sz="3700" b="1">
                <a:solidFill>
                  <a:srgbClr val="000000"/>
                </a:solidFill>
              </a:rPr>
              <a:t>Background &amp; Research Motivation</a:t>
            </a:r>
            <a:endParaRPr lang="en-US" sz="3700">
              <a:solidFill>
                <a:srgbClr val="000000"/>
              </a:solidFill>
            </a:endParaRPr>
          </a:p>
        </p:txBody>
      </p:sp>
      <p:pic>
        <p:nvPicPr>
          <p:cNvPr id="16" name="Picture 15" descr="Test tube with blood">
            <a:extLst>
              <a:ext uri="{FF2B5EF4-FFF2-40B4-BE49-F238E27FC236}">
                <a16:creationId xmlns:a16="http://schemas.microsoft.com/office/drawing/2014/main" id="{69B9D05D-A59F-A22B-345A-D052F1C836CF}"/>
              </a:ext>
            </a:extLst>
          </p:cNvPr>
          <p:cNvPicPr>
            <a:picLocks noChangeAspect="1"/>
          </p:cNvPicPr>
          <p:nvPr/>
        </p:nvPicPr>
        <p:blipFill>
          <a:blip r:embed="rId5"/>
          <a:srcRect l="35418" r="1351"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6">
              <a:alphaModFix amt="30000"/>
              <a:duotone>
                <a:prstClr val="black"/>
                <a:schemeClr val="accent1">
                  <a:tint val="45000"/>
                  <a:satMod val="400000"/>
                </a:schemeClr>
              </a:duotone>
              <a:extLst>
                <a:ext uri="{BEBA8EAE-BF5A-486C-A8C5-ECC9F3942E4B}">
                  <a14:imgProps xmlns:a14="http://schemas.microsoft.com/office/drawing/2010/main">
                    <a14:imgLayer r:embed="rId7">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Content Placeholder 2">
            <a:extLst>
              <a:ext uri="{FF2B5EF4-FFF2-40B4-BE49-F238E27FC236}">
                <a16:creationId xmlns:a16="http://schemas.microsoft.com/office/drawing/2014/main" id="{D5B24E98-4FC2-9A53-F6BD-CD196CE2A813}"/>
              </a:ext>
            </a:extLst>
          </p:cNvPr>
          <p:cNvSpPr>
            <a:spLocks noGrp="1"/>
          </p:cNvSpPr>
          <p:nvPr>
            <p:ph idx="1"/>
          </p:nvPr>
        </p:nvSpPr>
        <p:spPr>
          <a:xfrm>
            <a:off x="6587545" y="3007389"/>
            <a:ext cx="4869179" cy="3065865"/>
          </a:xfrm>
        </p:spPr>
        <p:txBody>
          <a:bodyPr anchor="t">
            <a:normAutofit/>
          </a:bodyPr>
          <a:lstStyle/>
          <a:p>
            <a:r>
              <a:rPr lang="en-US" sz="1500" dirty="0">
                <a:solidFill>
                  <a:srgbClr val="000000"/>
                </a:solidFill>
              </a:rPr>
              <a:t>COVID-19 created unprecedented global challenges</a:t>
            </a:r>
          </a:p>
          <a:p>
            <a:pPr marL="0" indent="0">
              <a:buNone/>
            </a:pPr>
            <a:endParaRPr lang="en-US" sz="1500" dirty="0">
              <a:solidFill>
                <a:srgbClr val="000000"/>
              </a:solidFill>
            </a:endParaRPr>
          </a:p>
          <a:p>
            <a:r>
              <a:rPr lang="en-US" sz="1500" dirty="0">
                <a:solidFill>
                  <a:srgbClr val="000000"/>
                </a:solidFill>
              </a:rPr>
              <a:t>Testing became a primary tool for identifying infections</a:t>
            </a:r>
          </a:p>
          <a:p>
            <a:pPr marL="0" indent="0">
              <a:buNone/>
            </a:pPr>
            <a:endParaRPr lang="en-US" sz="1500" dirty="0">
              <a:solidFill>
                <a:srgbClr val="000000"/>
              </a:solidFill>
            </a:endParaRPr>
          </a:p>
          <a:p>
            <a:r>
              <a:rPr lang="en-US" sz="1500" dirty="0">
                <a:solidFill>
                  <a:srgbClr val="000000"/>
                </a:solidFill>
              </a:rPr>
              <a:t>Countries differed widely in testing capacity</a:t>
            </a:r>
          </a:p>
          <a:p>
            <a:pPr marL="0" indent="0">
              <a:buNone/>
            </a:pPr>
            <a:endParaRPr lang="en-US" sz="1500" dirty="0">
              <a:solidFill>
                <a:srgbClr val="000000"/>
              </a:solidFill>
            </a:endParaRPr>
          </a:p>
          <a:p>
            <a:r>
              <a:rPr lang="en-US" sz="1500" dirty="0">
                <a:solidFill>
                  <a:srgbClr val="000000"/>
                </a:solidFill>
              </a:rPr>
              <a:t>Central question: </a:t>
            </a:r>
            <a:r>
              <a:rPr lang="en-US" sz="1500" i="1" dirty="0">
                <a:solidFill>
                  <a:srgbClr val="000000"/>
                </a:solidFill>
              </a:rPr>
              <a:t>Did increased testing actually slow pandemic growth?</a:t>
            </a:r>
            <a:endParaRPr lang="en-US" sz="1500" dirty="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extLst>
                  <a:ext uri="{BEBA8EAE-BF5A-486C-A8C5-ECC9F3942E4B}">
                    <a14:imgProps xmlns:a14="http://schemas.microsoft.com/office/drawing/2010/main">
                      <a14:imgLayer r:embed="rId9">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3" name="P_2.mp3">
            <a:hlinkClick r:id="" action="ppaction://media"/>
            <a:extLst>
              <a:ext uri="{FF2B5EF4-FFF2-40B4-BE49-F238E27FC236}">
                <a16:creationId xmlns:a16="http://schemas.microsoft.com/office/drawing/2014/main" id="{C4C4C08B-4AE6-E19E-F754-CCF6387B5404}"/>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262467" y="5554133"/>
            <a:ext cx="812800" cy="812800"/>
          </a:xfrm>
          <a:prstGeom prst="rect">
            <a:avLst/>
          </a:prstGeom>
        </p:spPr>
      </p:pic>
    </p:spTree>
    <p:extLst>
      <p:ext uri="{BB962C8B-B14F-4D97-AF65-F5344CB8AC3E}">
        <p14:creationId xmlns:p14="http://schemas.microsoft.com/office/powerpoint/2010/main" val="2458688563"/>
      </p:ext>
    </p:extLst>
  </p:cSld>
  <p:clrMapOvr>
    <a:masterClrMapping/>
  </p:clrMapOvr>
  <mc:AlternateContent xmlns:mc="http://schemas.openxmlformats.org/markup-compatibility/2006" xmlns:p14="http://schemas.microsoft.com/office/powerpoint/2010/main">
    <mc:Choice Requires="p14">
      <p:transition p14:dur="10" advClick="0" advTm="78000">
        <p:fade/>
      </p:transition>
    </mc:Choice>
    <mc:Fallback xmlns="">
      <p:transition advClick="0" advTm="78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763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606C-7939-DF0A-C118-9EE904D34026}"/>
              </a:ext>
            </a:extLst>
          </p:cNvPr>
          <p:cNvSpPr>
            <a:spLocks noGrp="1"/>
          </p:cNvSpPr>
          <p:nvPr>
            <p:ph type="title"/>
          </p:nvPr>
        </p:nvSpPr>
        <p:spPr/>
        <p:txBody>
          <a:bodyPr>
            <a:normAutofit/>
          </a:bodyPr>
          <a:lstStyle/>
          <a:p>
            <a:r>
              <a:rPr lang="en-US" sz="4400" b="1"/>
              <a:t>Research Problem &amp; Significance</a:t>
            </a:r>
            <a:endParaRPr lang="en-US" sz="4400" dirty="0"/>
          </a:p>
        </p:txBody>
      </p:sp>
      <p:graphicFrame>
        <p:nvGraphicFramePr>
          <p:cNvPr id="5" name="Content Placeholder 2">
            <a:extLst>
              <a:ext uri="{FF2B5EF4-FFF2-40B4-BE49-F238E27FC236}">
                <a16:creationId xmlns:a16="http://schemas.microsoft.com/office/drawing/2014/main" id="{29FE9812-4EAE-EDE3-D2FC-9A81745FDCD8}"/>
              </a:ext>
            </a:extLst>
          </p:cNvPr>
          <p:cNvGraphicFramePr>
            <a:graphicFrameLocks noGrp="1"/>
          </p:cNvGraphicFramePr>
          <p:nvPr>
            <p:ph idx="1"/>
          </p:nvPr>
        </p:nvGraphicFramePr>
        <p:xfrm>
          <a:off x="2011922" y="2093976"/>
          <a:ext cx="8168156" cy="346754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 name="P_3.mp3">
            <a:hlinkClick r:id="" action="ppaction://media"/>
            <a:extLst>
              <a:ext uri="{FF2B5EF4-FFF2-40B4-BE49-F238E27FC236}">
                <a16:creationId xmlns:a16="http://schemas.microsoft.com/office/drawing/2014/main" id="{0920737D-1408-F23F-C4E2-F7C86EF4BA5D}"/>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250952" y="5393267"/>
            <a:ext cx="812800" cy="812800"/>
          </a:xfrm>
          <a:prstGeom prst="rect">
            <a:avLst/>
          </a:prstGeom>
        </p:spPr>
      </p:pic>
    </p:spTree>
    <p:extLst>
      <p:ext uri="{BB962C8B-B14F-4D97-AF65-F5344CB8AC3E}">
        <p14:creationId xmlns:p14="http://schemas.microsoft.com/office/powerpoint/2010/main" val="1231496763"/>
      </p:ext>
    </p:extLst>
  </p:cSld>
  <p:clrMapOvr>
    <a:masterClrMapping/>
  </p:clrMapOvr>
  <mc:AlternateContent xmlns:mc="http://schemas.openxmlformats.org/markup-compatibility/2006">
    <mc:Choice xmlns:p14="http://schemas.microsoft.com/office/powerpoint/2010/main" Requires="p14">
      <p:transition p14:dur="10" advClick="0" advTm="58000"/>
    </mc:Choice>
    <mc:Fallback>
      <p:transition advClick="0" advTm="5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18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898236-B2D2-C935-2536-1E4A03FA3AB2}"/>
              </a:ext>
            </a:extLst>
          </p:cNvPr>
          <p:cNvSpPr>
            <a:spLocks noGrp="1"/>
          </p:cNvSpPr>
          <p:nvPr>
            <p:ph type="title"/>
          </p:nvPr>
        </p:nvSpPr>
        <p:spPr>
          <a:xfrm>
            <a:off x="6587544" y="1382165"/>
            <a:ext cx="4869179" cy="1517984"/>
          </a:xfrm>
        </p:spPr>
        <p:txBody>
          <a:bodyPr>
            <a:normAutofit/>
          </a:bodyPr>
          <a:lstStyle/>
          <a:p>
            <a:r>
              <a:rPr lang="en-US" sz="4800" b="1">
                <a:solidFill>
                  <a:srgbClr val="000000"/>
                </a:solidFill>
              </a:rPr>
              <a:t>Hypothesis</a:t>
            </a:r>
            <a:endParaRPr lang="en-US" sz="4800">
              <a:solidFill>
                <a:srgbClr val="000000"/>
              </a:solidFill>
            </a:endParaRPr>
          </a:p>
        </p:txBody>
      </p:sp>
      <p:pic>
        <p:nvPicPr>
          <p:cNvPr id="20" name="Picture 19" descr="Magnifying glass showing decling performance">
            <a:extLst>
              <a:ext uri="{FF2B5EF4-FFF2-40B4-BE49-F238E27FC236}">
                <a16:creationId xmlns:a16="http://schemas.microsoft.com/office/drawing/2014/main" id="{6B29AB1E-EC27-67E1-8C9B-04573BC7DA1C}"/>
              </a:ext>
            </a:extLst>
          </p:cNvPr>
          <p:cNvPicPr>
            <a:picLocks noChangeAspect="1"/>
          </p:cNvPicPr>
          <p:nvPr/>
        </p:nvPicPr>
        <p:blipFill>
          <a:blip r:embed="rId5"/>
          <a:srcRect l="11823" r="24945"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26" name="Freeform: Shape 25">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6">
              <a:alphaModFix amt="30000"/>
              <a:duotone>
                <a:prstClr val="black"/>
                <a:schemeClr val="accent1">
                  <a:tint val="45000"/>
                  <a:satMod val="400000"/>
                </a:schemeClr>
              </a:duotone>
              <a:extLst>
                <a:ext uri="{BEBA8EAE-BF5A-486C-A8C5-ECC9F3942E4B}">
                  <a14:imgProps xmlns:a14="http://schemas.microsoft.com/office/drawing/2010/main">
                    <a14:imgLayer r:embed="rId7">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00DDEDB9-F8CD-6F20-02B2-15C212C0A6A1}"/>
              </a:ext>
            </a:extLst>
          </p:cNvPr>
          <p:cNvSpPr>
            <a:spLocks noGrp="1"/>
          </p:cNvSpPr>
          <p:nvPr>
            <p:ph idx="1"/>
          </p:nvPr>
        </p:nvSpPr>
        <p:spPr>
          <a:xfrm>
            <a:off x="6587545" y="3007389"/>
            <a:ext cx="4869179" cy="3065865"/>
          </a:xfrm>
        </p:spPr>
        <p:txBody>
          <a:bodyPr anchor="t">
            <a:normAutofit/>
          </a:bodyPr>
          <a:lstStyle/>
          <a:p>
            <a:pPr marL="0" indent="0">
              <a:buNone/>
            </a:pPr>
            <a:endParaRPr lang="en-US" sz="1800">
              <a:solidFill>
                <a:srgbClr val="000000"/>
              </a:solidFill>
            </a:endParaRPr>
          </a:p>
          <a:p>
            <a:pPr lvl="1"/>
            <a:r>
              <a:rPr lang="en-US" i="1">
                <a:solidFill>
                  <a:srgbClr val="000000"/>
                </a:solidFill>
              </a:rPr>
              <a:t>Increased daily testing rates correlate with a decrease in active cases over time due to early detection and isolation.</a:t>
            </a:r>
            <a:endParaRPr lang="en-US">
              <a:solidFill>
                <a:srgbClr val="000000"/>
              </a:solidFill>
            </a:endParaRPr>
          </a:p>
          <a:p>
            <a:endParaRPr lang="en-US" sz="1800">
              <a:solidFill>
                <a:srgbClr val="000000"/>
              </a:solidFill>
            </a:endParaRPr>
          </a:p>
        </p:txBody>
      </p:sp>
      <p:grpSp>
        <p:nvGrpSpPr>
          <p:cNvPr id="28" name="Group 27">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extLst>
                  <a:ext uri="{BEBA8EAE-BF5A-486C-A8C5-ECC9F3942E4B}">
                    <a14:imgProps xmlns:a14="http://schemas.microsoft.com/office/drawing/2010/main">
                      <a14:imgLayer r:embed="rId9">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30" name="Oval 29">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5" name="P_4.mp3">
            <a:hlinkClick r:id="" action="ppaction://media"/>
            <a:extLst>
              <a:ext uri="{FF2B5EF4-FFF2-40B4-BE49-F238E27FC236}">
                <a16:creationId xmlns:a16="http://schemas.microsoft.com/office/drawing/2014/main" id="{2C6733B4-EBC5-5CC9-12BA-8740E9ED0CA6}"/>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414866" y="5366081"/>
            <a:ext cx="812800" cy="812800"/>
          </a:xfrm>
          <a:prstGeom prst="rect">
            <a:avLst/>
          </a:prstGeom>
        </p:spPr>
      </p:pic>
    </p:spTree>
    <p:extLst>
      <p:ext uri="{BB962C8B-B14F-4D97-AF65-F5344CB8AC3E}">
        <p14:creationId xmlns:p14="http://schemas.microsoft.com/office/powerpoint/2010/main" val="1397900938"/>
      </p:ext>
    </p:extLst>
  </p:cSld>
  <p:clrMapOvr>
    <a:masterClrMapping/>
  </p:clrMapOvr>
  <mc:AlternateContent xmlns:mc="http://schemas.openxmlformats.org/markup-compatibility/2006">
    <mc:Choice xmlns:p14="http://schemas.microsoft.com/office/powerpoint/2010/main" Requires="p14">
      <p:transition p14:dur="10" advClick="0" advTm="25000"/>
    </mc:Choice>
    <mc:Fallback>
      <p:transition advClick="0"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79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4FD3-C3C8-BF4E-F167-44EE22E0D5FA}"/>
              </a:ext>
            </a:extLst>
          </p:cNvPr>
          <p:cNvSpPr>
            <a:spLocks noGrp="1"/>
          </p:cNvSpPr>
          <p:nvPr>
            <p:ph type="title"/>
          </p:nvPr>
        </p:nvSpPr>
        <p:spPr>
          <a:xfrm>
            <a:off x="7865806" y="484632"/>
            <a:ext cx="3677264" cy="1609344"/>
          </a:xfrm>
        </p:spPr>
        <p:txBody>
          <a:bodyPr>
            <a:normAutofit/>
          </a:bodyPr>
          <a:lstStyle/>
          <a:p>
            <a:r>
              <a:rPr lang="en-US" sz="3600" b="1"/>
              <a:t>Literature Review Summary</a:t>
            </a:r>
            <a:endParaRPr lang="en-US" sz="3600"/>
          </a:p>
        </p:txBody>
      </p:sp>
      <p:pic>
        <p:nvPicPr>
          <p:cNvPr id="5" name="Picture 4" descr="A top view of books with different cover colors">
            <a:extLst>
              <a:ext uri="{FF2B5EF4-FFF2-40B4-BE49-F238E27FC236}">
                <a16:creationId xmlns:a16="http://schemas.microsoft.com/office/drawing/2014/main" id="{184C9C7C-64B2-62C0-1897-4615F84B9318}"/>
              </a:ext>
            </a:extLst>
          </p:cNvPr>
          <p:cNvPicPr>
            <a:picLocks noChangeAspect="1"/>
          </p:cNvPicPr>
          <p:nvPr/>
        </p:nvPicPr>
        <p:blipFill>
          <a:blip r:embed="rId5"/>
          <a:srcRect t="6872" r="2" b="2251"/>
          <a:stretch>
            <a:fillRect/>
          </a:stretch>
        </p:blipFill>
        <p:spPr>
          <a:xfrm>
            <a:off x="1" y="10"/>
            <a:ext cx="7546216" cy="6857990"/>
          </a:xfrm>
          <a:prstGeom prst="rect">
            <a:avLst/>
          </a:prstGeom>
        </p:spPr>
      </p:pic>
      <p:sp>
        <p:nvSpPr>
          <p:cNvPr id="3" name="Content Placeholder 2">
            <a:extLst>
              <a:ext uri="{FF2B5EF4-FFF2-40B4-BE49-F238E27FC236}">
                <a16:creationId xmlns:a16="http://schemas.microsoft.com/office/drawing/2014/main" id="{0D8B582D-6359-1B3D-FFD0-219931A523D3}"/>
              </a:ext>
            </a:extLst>
          </p:cNvPr>
          <p:cNvSpPr>
            <a:spLocks noGrp="1"/>
          </p:cNvSpPr>
          <p:nvPr>
            <p:ph idx="1"/>
          </p:nvPr>
        </p:nvSpPr>
        <p:spPr>
          <a:xfrm>
            <a:off x="7865805" y="2121408"/>
            <a:ext cx="3677263" cy="4092579"/>
          </a:xfrm>
        </p:spPr>
        <p:txBody>
          <a:bodyPr>
            <a:normAutofit/>
          </a:bodyPr>
          <a:lstStyle/>
          <a:p>
            <a:r>
              <a:rPr lang="en-US" sz="1600"/>
              <a:t>Global testing effectiveness</a:t>
            </a:r>
          </a:p>
          <a:p>
            <a:endParaRPr lang="en-US" sz="1600"/>
          </a:p>
          <a:p>
            <a:r>
              <a:rPr lang="en-US" sz="1600"/>
              <a:t>Reporting limitations</a:t>
            </a:r>
          </a:p>
          <a:p>
            <a:endParaRPr lang="en-US" sz="1600"/>
          </a:p>
          <a:p>
            <a:r>
              <a:rPr lang="en-US" sz="1600"/>
              <a:t>Hospitalization &amp; outcomes research</a:t>
            </a:r>
          </a:p>
          <a:p>
            <a:endParaRPr lang="en-US" sz="1600"/>
          </a:p>
          <a:p>
            <a:r>
              <a:rPr lang="en-US" sz="1600"/>
              <a:t>Policy interventions</a:t>
            </a:r>
          </a:p>
          <a:p>
            <a:endParaRPr lang="en-US" sz="1600"/>
          </a:p>
          <a:p>
            <a:r>
              <a:rPr lang="en-US" sz="1600"/>
              <a:t>Identified gaps → motivates this study</a:t>
            </a:r>
          </a:p>
          <a:p>
            <a:endParaRPr lang="en-US" sz="1600"/>
          </a:p>
        </p:txBody>
      </p:sp>
      <p:pic>
        <p:nvPicPr>
          <p:cNvPr id="6" name="P_5.mp3">
            <a:hlinkClick r:id="" action="ppaction://media"/>
            <a:extLst>
              <a:ext uri="{FF2B5EF4-FFF2-40B4-BE49-F238E27FC236}">
                <a16:creationId xmlns:a16="http://schemas.microsoft.com/office/drawing/2014/main" id="{C5B7D30D-3DA7-EC0B-523A-A645089C890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91067" y="5308600"/>
            <a:ext cx="812800" cy="812800"/>
          </a:xfrm>
          <a:prstGeom prst="rect">
            <a:avLst/>
          </a:prstGeom>
        </p:spPr>
      </p:pic>
    </p:spTree>
    <p:extLst>
      <p:ext uri="{BB962C8B-B14F-4D97-AF65-F5344CB8AC3E}">
        <p14:creationId xmlns:p14="http://schemas.microsoft.com/office/powerpoint/2010/main" val="3104303307"/>
      </p:ext>
    </p:extLst>
  </p:cSld>
  <p:clrMapOvr>
    <a:masterClrMapping/>
  </p:clrMapOvr>
  <mc:AlternateContent xmlns:mc="http://schemas.openxmlformats.org/markup-compatibility/2006">
    <mc:Choice xmlns:p14="http://schemas.microsoft.com/office/powerpoint/2010/main" Requires="p14">
      <p:transition p14:dur="10" advClick="0" advTm="77000"/>
    </mc:Choice>
    <mc:Fallback>
      <p:transition advClick="0" advTm="7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674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1C2A-842C-5BD1-8163-591E7DF5AC50}"/>
              </a:ext>
            </a:extLst>
          </p:cNvPr>
          <p:cNvSpPr>
            <a:spLocks noGrp="1"/>
          </p:cNvSpPr>
          <p:nvPr>
            <p:ph type="title"/>
          </p:nvPr>
        </p:nvSpPr>
        <p:spPr>
          <a:xfrm>
            <a:off x="1069848" y="484632"/>
            <a:ext cx="10058400" cy="1609344"/>
          </a:xfrm>
        </p:spPr>
        <p:txBody>
          <a:bodyPr>
            <a:normAutofit/>
          </a:bodyPr>
          <a:lstStyle/>
          <a:p>
            <a:r>
              <a:rPr lang="en-US" b="1"/>
              <a:t>Testing, Outcomes &amp; Interventions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2B51B56-05F4-BE4A-73EE-AFD677141CA0}"/>
              </a:ext>
            </a:extLst>
          </p:cNvPr>
          <p:cNvGraphicFramePr>
            <a:graphicFrameLocks noGrp="1"/>
          </p:cNvGraphicFramePr>
          <p:nvPr>
            <p:ph idx="1"/>
            <p:extLst>
              <p:ext uri="{D42A27DB-BD31-4B8C-83A1-F6EECF244321}">
                <p14:modId xmlns:p14="http://schemas.microsoft.com/office/powerpoint/2010/main" val="260338477"/>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6.mp3">
            <a:hlinkClick r:id="" action="ppaction://media"/>
            <a:extLst>
              <a:ext uri="{FF2B5EF4-FFF2-40B4-BE49-F238E27FC236}">
                <a16:creationId xmlns:a16="http://schemas.microsoft.com/office/drawing/2014/main" id="{5D339A21-1307-C383-B62C-039AF2CA3406}"/>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7175" y="5481849"/>
            <a:ext cx="812800" cy="812800"/>
          </a:xfrm>
          <a:prstGeom prst="rect">
            <a:avLst/>
          </a:prstGeom>
        </p:spPr>
      </p:pic>
    </p:spTree>
    <p:extLst>
      <p:ext uri="{BB962C8B-B14F-4D97-AF65-F5344CB8AC3E}">
        <p14:creationId xmlns:p14="http://schemas.microsoft.com/office/powerpoint/2010/main" val="1633753570"/>
      </p:ext>
    </p:extLst>
  </p:cSld>
  <p:clrMapOvr>
    <a:masterClrMapping/>
  </p:clrMapOvr>
  <mc:AlternateContent xmlns:mc="http://schemas.openxmlformats.org/markup-compatibility/2006" xmlns:p14="http://schemas.microsoft.com/office/powerpoint/2010/main">
    <mc:Choice Requires="p14">
      <p:transition p14:dur="10" advClick="0" advTm="33000"/>
    </mc:Choice>
    <mc:Fallback xmlns="">
      <p:transition advClick="0" advTm="3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79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21F9-B7E4-1468-E24E-ADA2469C4E39}"/>
              </a:ext>
            </a:extLst>
          </p:cNvPr>
          <p:cNvSpPr>
            <a:spLocks noGrp="1"/>
          </p:cNvSpPr>
          <p:nvPr>
            <p:ph type="title"/>
          </p:nvPr>
        </p:nvSpPr>
        <p:spPr>
          <a:xfrm>
            <a:off x="1069848" y="484632"/>
            <a:ext cx="10058400" cy="1609344"/>
          </a:xfrm>
        </p:spPr>
        <p:txBody>
          <a:bodyPr>
            <a:normAutofit/>
          </a:bodyPr>
          <a:lstStyle/>
          <a:p>
            <a:r>
              <a:rPr lang="en-US" b="1"/>
              <a:t>Dataset Description</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55FE4DF-0A9A-B961-C985-A4759DB2E899}"/>
              </a:ext>
            </a:extLst>
          </p:cNvPr>
          <p:cNvGraphicFramePr>
            <a:graphicFrameLocks noGrp="1"/>
          </p:cNvGraphicFramePr>
          <p:nvPr>
            <p:ph idx="1"/>
            <p:extLst>
              <p:ext uri="{D42A27DB-BD31-4B8C-83A1-F6EECF244321}">
                <p14:modId xmlns:p14="http://schemas.microsoft.com/office/powerpoint/2010/main" val="2707151737"/>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7.mp3">
            <a:hlinkClick r:id="" action="ppaction://media"/>
            <a:extLst>
              <a:ext uri="{FF2B5EF4-FFF2-40B4-BE49-F238E27FC236}">
                <a16:creationId xmlns:a16="http://schemas.microsoft.com/office/drawing/2014/main" id="{8A969719-9F9B-4CA5-22B4-539F23E587EC}"/>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0825" y="5417457"/>
            <a:ext cx="812800" cy="812800"/>
          </a:xfrm>
          <a:prstGeom prst="rect">
            <a:avLst/>
          </a:prstGeom>
        </p:spPr>
      </p:pic>
    </p:spTree>
    <p:extLst>
      <p:ext uri="{BB962C8B-B14F-4D97-AF65-F5344CB8AC3E}">
        <p14:creationId xmlns:p14="http://schemas.microsoft.com/office/powerpoint/2010/main" val="1880101552"/>
      </p:ext>
    </p:extLst>
  </p:cSld>
  <p:clrMapOvr>
    <a:masterClrMapping/>
  </p:clrMapOvr>
  <mc:AlternateContent xmlns:mc="http://schemas.openxmlformats.org/markup-compatibility/2006" xmlns:p14="http://schemas.microsoft.com/office/powerpoint/2010/main">
    <mc:Choice Requires="p14">
      <p:transition p14:dur="10" advClick="0" advTm="17500"/>
    </mc:Choice>
    <mc:Fallback xmlns="">
      <p:transition advClick="0" advTm="1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56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4E6F5882-5A93-A58F-4EB5-1773B37E70C9}"/>
              </a:ext>
            </a:extLst>
          </p:cNvPr>
          <p:cNvSpPr>
            <a:spLocks noGrp="1"/>
          </p:cNvSpPr>
          <p:nvPr>
            <p:ph type="title"/>
          </p:nvPr>
        </p:nvSpPr>
        <p:spPr>
          <a:xfrm>
            <a:off x="1490145" y="2376862"/>
            <a:ext cx="2640646" cy="2104273"/>
          </a:xfrm>
          <a:noFill/>
        </p:spPr>
        <p:txBody>
          <a:bodyPr>
            <a:normAutofit/>
          </a:bodyPr>
          <a:lstStyle/>
          <a:p>
            <a:pPr algn="ctr"/>
            <a:r>
              <a:rPr lang="en-US" sz="3000" b="1">
                <a:solidFill>
                  <a:srgbClr val="FFFFFF"/>
                </a:solidFill>
              </a:rPr>
              <a:t>Data Cleaning &amp; Processing</a:t>
            </a:r>
            <a:endParaRPr lang="en-US" sz="3000">
              <a:solidFill>
                <a:srgbClr val="FFFFFF"/>
              </a:solidFill>
            </a:endParaRPr>
          </a:p>
        </p:txBody>
      </p:sp>
      <p:sp>
        <p:nvSpPr>
          <p:cNvPr id="15" name="Rectangle 14">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7">
              <a:alphaModFix amt="85000"/>
              <a:lum bright="70000" contrast="-70000"/>
              <a:extLst>
                <a:ext uri="{BEBA8EAE-BF5A-486C-A8C5-ECC9F3942E4B}">
                  <a14:imgProps xmlns:a14="http://schemas.microsoft.com/office/drawing/2010/main">
                    <a14:imgLayer r:embed="rId8">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1A380F94-5BFA-FC87-CA7F-8767BA92C35B}"/>
              </a:ext>
            </a:extLst>
          </p:cNvPr>
          <p:cNvGraphicFramePr>
            <a:graphicFrameLocks noGrp="1"/>
          </p:cNvGraphicFramePr>
          <p:nvPr>
            <p:ph idx="1"/>
            <p:extLst>
              <p:ext uri="{D42A27DB-BD31-4B8C-83A1-F6EECF244321}">
                <p14:modId xmlns:p14="http://schemas.microsoft.com/office/powerpoint/2010/main" val="2528821506"/>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3" name="P_8.mp3">
            <a:hlinkClick r:id="" action="ppaction://media"/>
            <a:extLst>
              <a:ext uri="{FF2B5EF4-FFF2-40B4-BE49-F238E27FC236}">
                <a16:creationId xmlns:a16="http://schemas.microsoft.com/office/drawing/2014/main" id="{FF55580B-4338-5674-7DB0-C7FB4D3BD7A0}"/>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433334" y="5435600"/>
            <a:ext cx="812800" cy="812800"/>
          </a:xfrm>
          <a:prstGeom prst="rect">
            <a:avLst/>
          </a:prstGeom>
        </p:spPr>
      </p:pic>
    </p:spTree>
    <p:extLst>
      <p:ext uri="{BB962C8B-B14F-4D97-AF65-F5344CB8AC3E}">
        <p14:creationId xmlns:p14="http://schemas.microsoft.com/office/powerpoint/2010/main" val="3039549922"/>
      </p:ext>
    </p:extLst>
  </p:cSld>
  <p:clrMapOvr>
    <a:masterClrMapping/>
  </p:clrMapOvr>
  <mc:AlternateContent xmlns:mc="http://schemas.openxmlformats.org/markup-compatibility/2006">
    <mc:Choice xmlns:p14="http://schemas.microsoft.com/office/powerpoint/2010/main" Requires="p14">
      <p:transition p14:dur="10" advClick="0" advTm="53000"/>
    </mc:Choice>
    <mc:Fallback>
      <p:transition advClick="0" advTm="5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68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2FA0EB4-838C-82E6-2AC8-89929511ABEE}"/>
              </a:ext>
            </a:extLst>
          </p:cNvPr>
          <p:cNvSpPr>
            <a:spLocks noGrp="1"/>
          </p:cNvSpPr>
          <p:nvPr>
            <p:ph type="title"/>
          </p:nvPr>
        </p:nvSpPr>
        <p:spPr>
          <a:xfrm>
            <a:off x="1490145" y="2376862"/>
            <a:ext cx="2640646" cy="2104273"/>
          </a:xfrm>
          <a:noFill/>
        </p:spPr>
        <p:txBody>
          <a:bodyPr>
            <a:normAutofit/>
          </a:bodyPr>
          <a:lstStyle/>
          <a:p>
            <a:pPr algn="ctr"/>
            <a:r>
              <a:rPr lang="en-US" sz="3000" b="1">
                <a:solidFill>
                  <a:srgbClr val="FFFFFF"/>
                </a:solidFill>
              </a:rPr>
              <a:t>Statistical Methods</a:t>
            </a:r>
            <a:endParaRPr lang="en-US" sz="3000">
              <a:solidFill>
                <a:srgbClr val="FFFFFF"/>
              </a:solidFill>
            </a:endParaRPr>
          </a:p>
        </p:txBody>
      </p:sp>
      <p:sp>
        <p:nvSpPr>
          <p:cNvPr id="15" name="Rectangle 14">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7">
              <a:alphaModFix amt="85000"/>
              <a:lum bright="70000" contrast="-70000"/>
              <a:extLst>
                <a:ext uri="{BEBA8EAE-BF5A-486C-A8C5-ECC9F3942E4B}">
                  <a14:imgProps xmlns:a14="http://schemas.microsoft.com/office/drawing/2010/main">
                    <a14:imgLayer r:embed="rId8">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55D0B034-F829-C171-4195-E35CDA3282EC}"/>
              </a:ext>
            </a:extLst>
          </p:cNvPr>
          <p:cNvGraphicFramePr>
            <a:graphicFrameLocks noGrp="1"/>
          </p:cNvGraphicFramePr>
          <p:nvPr>
            <p:ph idx="1"/>
            <p:extLst>
              <p:ext uri="{D42A27DB-BD31-4B8C-83A1-F6EECF244321}">
                <p14:modId xmlns:p14="http://schemas.microsoft.com/office/powerpoint/2010/main" val="2162481726"/>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3" name="P_9.mp3">
            <a:hlinkClick r:id="" action="ppaction://media"/>
            <a:extLst>
              <a:ext uri="{FF2B5EF4-FFF2-40B4-BE49-F238E27FC236}">
                <a16:creationId xmlns:a16="http://schemas.microsoft.com/office/drawing/2014/main" id="{10B83F8F-438E-5F04-52CF-8A286E193045}"/>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654635" y="5363525"/>
            <a:ext cx="812800" cy="812800"/>
          </a:xfrm>
          <a:prstGeom prst="rect">
            <a:avLst/>
          </a:prstGeom>
        </p:spPr>
      </p:pic>
    </p:spTree>
    <p:extLst>
      <p:ext uri="{BB962C8B-B14F-4D97-AF65-F5344CB8AC3E}">
        <p14:creationId xmlns:p14="http://schemas.microsoft.com/office/powerpoint/2010/main" val="3464928442"/>
      </p:ext>
    </p:extLst>
  </p:cSld>
  <p:clrMapOvr>
    <a:masterClrMapping/>
  </p:clrMapOvr>
  <mc:AlternateContent xmlns:mc="http://schemas.openxmlformats.org/markup-compatibility/2006">
    <mc:Choice xmlns:p14="http://schemas.microsoft.com/office/powerpoint/2010/main" Requires="p14">
      <p:transition p14:dur="10" advClick="0" advTm="58000"/>
    </mc:Choice>
    <mc:Fallback>
      <p:transition advClick="0" advTm="5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786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182743-4319-A320-A417-CD6EB0B6D3E6}"/>
              </a:ext>
            </a:extLst>
          </p:cNvPr>
          <p:cNvSpPr>
            <a:spLocks noGrp="1"/>
          </p:cNvSpPr>
          <p:nvPr>
            <p:ph type="title"/>
          </p:nvPr>
        </p:nvSpPr>
        <p:spPr>
          <a:xfrm>
            <a:off x="5195842" y="0"/>
            <a:ext cx="6995853" cy="1971964"/>
          </a:xfrm>
        </p:spPr>
        <p:txBody>
          <a:bodyPr>
            <a:normAutofit/>
          </a:bodyPr>
          <a:lstStyle/>
          <a:p>
            <a:r>
              <a:rPr lang="en-US" sz="4300" b="1" dirty="0"/>
              <a:t>Regression Summary Table</a:t>
            </a:r>
            <a:endParaRPr lang="en-US" sz="4300" dirty="0"/>
          </a:p>
        </p:txBody>
      </p:sp>
      <p:sp>
        <p:nvSpPr>
          <p:cNvPr id="12" name="Freeform: Shape 11">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5E25EA60-67FA-B72A-7D15-0F953DB8EE0D}"/>
              </a:ext>
            </a:extLst>
          </p:cNvPr>
          <p:cNvPicPr>
            <a:picLocks noChangeAspect="1"/>
          </p:cNvPicPr>
          <p:nvPr/>
        </p:nvPicPr>
        <p:blipFill>
          <a:blip r:embed="rId5"/>
          <a:stretch>
            <a:fillRect/>
          </a:stretch>
        </p:blipFill>
        <p:spPr>
          <a:xfrm>
            <a:off x="-394830" y="1578429"/>
            <a:ext cx="6095694" cy="8608561"/>
          </a:xfrm>
          <a:prstGeom prst="rect">
            <a:avLst/>
          </a:prstGeom>
        </p:spPr>
      </p:pic>
      <p:graphicFrame>
        <p:nvGraphicFramePr>
          <p:cNvPr id="18" name="Content Placeholder 2">
            <a:extLst>
              <a:ext uri="{FF2B5EF4-FFF2-40B4-BE49-F238E27FC236}">
                <a16:creationId xmlns:a16="http://schemas.microsoft.com/office/drawing/2014/main" id="{6D043F98-D505-D887-9A68-0E1865B08C03}"/>
              </a:ext>
            </a:extLst>
          </p:cNvPr>
          <p:cNvGraphicFramePr>
            <a:graphicFrameLocks noGrp="1"/>
          </p:cNvGraphicFramePr>
          <p:nvPr>
            <p:ph idx="1"/>
          </p:nvPr>
        </p:nvGraphicFramePr>
        <p:xfrm>
          <a:off x="6888362" y="1571198"/>
          <a:ext cx="4741962" cy="371560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14" name="Group 13">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11">
                <a:duotone>
                  <a:schemeClr val="accent1">
                    <a:shade val="45000"/>
                    <a:satMod val="135000"/>
                  </a:schemeClr>
                  <a:prstClr val="white"/>
                </a:duotone>
                <a:extLst>
                  <a:ext uri="{BEBA8EAE-BF5A-486C-A8C5-ECC9F3942E4B}">
                    <a14:imgProps xmlns:a14="http://schemas.microsoft.com/office/drawing/2010/main">
                      <a14:imgLayer r:embed="rId12">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3" name="P_10.mp3">
            <a:hlinkClick r:id="" action="ppaction://media"/>
            <a:extLst>
              <a:ext uri="{FF2B5EF4-FFF2-40B4-BE49-F238E27FC236}">
                <a16:creationId xmlns:a16="http://schemas.microsoft.com/office/drawing/2014/main" id="{99A0B953-72C6-B7C3-09BD-CFA6B1ADB781}"/>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482600" y="5416881"/>
            <a:ext cx="812800" cy="812800"/>
          </a:xfrm>
          <a:prstGeom prst="rect">
            <a:avLst/>
          </a:prstGeom>
        </p:spPr>
      </p:pic>
    </p:spTree>
    <p:extLst>
      <p:ext uri="{BB962C8B-B14F-4D97-AF65-F5344CB8AC3E}">
        <p14:creationId xmlns:p14="http://schemas.microsoft.com/office/powerpoint/2010/main" val="301723610"/>
      </p:ext>
    </p:extLst>
  </p:cSld>
  <p:clrMapOvr>
    <a:masterClrMapping/>
  </p:clrMapOvr>
  <mc:AlternateContent xmlns:mc="http://schemas.openxmlformats.org/markup-compatibility/2006">
    <mc:Choice xmlns:p14="http://schemas.microsoft.com/office/powerpoint/2010/main" Requires="p14">
      <p:transition p14:dur="10" advClick="0" advTm="47000"/>
    </mc:Choice>
    <mc:Fallback>
      <p:transition advClick="0" advTm="4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41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C79A9-C70E-1F60-05FD-3D97D0B3EEE8}"/>
              </a:ext>
            </a:extLst>
          </p:cNvPr>
          <p:cNvSpPr>
            <a:spLocks noGrp="1"/>
          </p:cNvSpPr>
          <p:nvPr>
            <p:ph type="title"/>
          </p:nvPr>
        </p:nvSpPr>
        <p:spPr>
          <a:xfrm>
            <a:off x="6400800" y="484632"/>
            <a:ext cx="5299586" cy="1609344"/>
          </a:xfrm>
          <a:ln>
            <a:noFill/>
          </a:ln>
        </p:spPr>
        <p:txBody>
          <a:bodyPr>
            <a:normAutofit/>
          </a:bodyPr>
          <a:lstStyle/>
          <a:p>
            <a:r>
              <a:rPr lang="en-US" sz="4000" b="1" dirty="0"/>
              <a:t>Bootstrap Distribution</a:t>
            </a:r>
            <a:endParaRPr lang="en-US" sz="4000" dirty="0"/>
          </a:p>
        </p:txBody>
      </p:sp>
      <p:pic>
        <p:nvPicPr>
          <p:cNvPr id="6" name="Picture 5">
            <a:extLst>
              <a:ext uri="{FF2B5EF4-FFF2-40B4-BE49-F238E27FC236}">
                <a16:creationId xmlns:a16="http://schemas.microsoft.com/office/drawing/2014/main" id="{2E50E60D-5301-7BC6-6DDA-8CFEC45EB483}"/>
              </a:ext>
            </a:extLst>
          </p:cNvPr>
          <p:cNvPicPr>
            <a:picLocks noChangeAspect="1"/>
          </p:cNvPicPr>
          <p:nvPr/>
        </p:nvPicPr>
        <p:blipFill>
          <a:blip r:embed="rId7"/>
          <a:stretch>
            <a:fillRect/>
          </a:stretch>
        </p:blipFill>
        <p:spPr>
          <a:xfrm>
            <a:off x="633999" y="1785768"/>
            <a:ext cx="5112461" cy="3296725"/>
          </a:xfrm>
          <a:prstGeom prst="rect">
            <a:avLst/>
          </a:prstGeom>
        </p:spPr>
      </p:pic>
      <p:grpSp>
        <p:nvGrpSpPr>
          <p:cNvPr id="20" name="Group 19">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aphicFrame>
        <p:nvGraphicFramePr>
          <p:cNvPr id="13" name="Content Placeholder 2">
            <a:extLst>
              <a:ext uri="{FF2B5EF4-FFF2-40B4-BE49-F238E27FC236}">
                <a16:creationId xmlns:a16="http://schemas.microsoft.com/office/drawing/2014/main" id="{D195FE01-8901-F116-C9C6-EE70434299C6}"/>
              </a:ext>
            </a:extLst>
          </p:cNvPr>
          <p:cNvGraphicFramePr>
            <a:graphicFrameLocks noGrp="1"/>
          </p:cNvGraphicFramePr>
          <p:nvPr>
            <p:ph idx="1"/>
            <p:extLst>
              <p:ext uri="{D42A27DB-BD31-4B8C-83A1-F6EECF244321}">
                <p14:modId xmlns:p14="http://schemas.microsoft.com/office/powerpoint/2010/main" val="603397659"/>
              </p:ext>
            </p:extLst>
          </p:nvPr>
        </p:nvGraphicFramePr>
        <p:xfrm>
          <a:off x="6400799" y="2121408"/>
          <a:ext cx="5299585" cy="405079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3" name="P_11.mp3">
            <a:hlinkClick r:id="" action="ppaction://media"/>
            <a:extLst>
              <a:ext uri="{FF2B5EF4-FFF2-40B4-BE49-F238E27FC236}">
                <a16:creationId xmlns:a16="http://schemas.microsoft.com/office/drawing/2014/main" id="{665AA3D7-FC6D-E71F-427B-B546FE5AB729}"/>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491616" y="5511800"/>
            <a:ext cx="812800" cy="812800"/>
          </a:xfrm>
          <a:prstGeom prst="rect">
            <a:avLst/>
          </a:prstGeom>
        </p:spPr>
      </p:pic>
    </p:spTree>
    <p:extLst>
      <p:ext uri="{BB962C8B-B14F-4D97-AF65-F5344CB8AC3E}">
        <p14:creationId xmlns:p14="http://schemas.microsoft.com/office/powerpoint/2010/main" val="2326811930"/>
      </p:ext>
    </p:extLst>
  </p:cSld>
  <p:clrMapOvr>
    <a:masterClrMapping/>
  </p:clrMapOvr>
  <mc:AlternateContent xmlns:mc="http://schemas.openxmlformats.org/markup-compatibility/2006">
    <mc:Choice xmlns:p14="http://schemas.microsoft.com/office/powerpoint/2010/main" Requires="p14">
      <p:transition p14:dur="10" advClick="0" advTm="39000"/>
    </mc:Choice>
    <mc:Fallback>
      <p:transition advClick="0"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894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CF1D28-3FA9-E51F-E634-1166C32A5055}"/>
              </a:ext>
            </a:extLst>
          </p:cNvPr>
          <p:cNvSpPr>
            <a:spLocks noGrp="1"/>
          </p:cNvSpPr>
          <p:nvPr>
            <p:ph type="title"/>
          </p:nvPr>
        </p:nvSpPr>
        <p:spPr>
          <a:xfrm>
            <a:off x="5853870" y="1382165"/>
            <a:ext cx="6195700" cy="1517984"/>
          </a:xfrm>
        </p:spPr>
        <p:txBody>
          <a:bodyPr>
            <a:normAutofit/>
          </a:bodyPr>
          <a:lstStyle/>
          <a:p>
            <a:r>
              <a:rPr lang="en-US" sz="4400" b="1" dirty="0">
                <a:solidFill>
                  <a:schemeClr val="tx1"/>
                </a:solidFill>
              </a:rPr>
              <a:t>Jackknife Distribution</a:t>
            </a:r>
            <a:endParaRPr lang="en-US" sz="4400" dirty="0">
              <a:solidFill>
                <a:schemeClr val="tx1"/>
              </a:solidFill>
            </a:endParaRPr>
          </a:p>
        </p:txBody>
      </p:sp>
      <p:sp>
        <p:nvSpPr>
          <p:cNvPr id="12" name="Freeform: Shape 11">
            <a:extLst>
              <a:ext uri="{FF2B5EF4-FFF2-40B4-BE49-F238E27FC236}">
                <a16:creationId xmlns:a16="http://schemas.microsoft.com/office/drawing/2014/main" id="{7EC0D68F-F813-4414-800D-F8D4F0AB8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D43293E0-DC03-3081-7CD2-BF2D70F658D3}"/>
              </a:ext>
            </a:extLst>
          </p:cNvPr>
          <p:cNvPicPr>
            <a:picLocks noChangeAspect="1"/>
          </p:cNvPicPr>
          <p:nvPr/>
        </p:nvPicPr>
        <p:blipFill>
          <a:blip r:embed="rId5"/>
          <a:stretch>
            <a:fillRect/>
          </a:stretch>
        </p:blipFill>
        <p:spPr>
          <a:xfrm>
            <a:off x="-9866" y="2438399"/>
            <a:ext cx="5203371" cy="3548743"/>
          </a:xfrm>
          <a:prstGeom prst="rect">
            <a:avLst/>
          </a:prstGeom>
        </p:spPr>
      </p:pic>
      <p:sp>
        <p:nvSpPr>
          <p:cNvPr id="3" name="Content Placeholder 2">
            <a:extLst>
              <a:ext uri="{FF2B5EF4-FFF2-40B4-BE49-F238E27FC236}">
                <a16:creationId xmlns:a16="http://schemas.microsoft.com/office/drawing/2014/main" id="{E9B11DD8-7FC9-6451-04A5-75BD5DE546E7}"/>
              </a:ext>
            </a:extLst>
          </p:cNvPr>
          <p:cNvSpPr>
            <a:spLocks noGrp="1"/>
          </p:cNvSpPr>
          <p:nvPr>
            <p:ph idx="1"/>
          </p:nvPr>
        </p:nvSpPr>
        <p:spPr>
          <a:xfrm>
            <a:off x="6587545" y="3007389"/>
            <a:ext cx="4869179" cy="3065865"/>
          </a:xfrm>
        </p:spPr>
        <p:txBody>
          <a:bodyPr anchor="t">
            <a:normAutofit/>
          </a:bodyPr>
          <a:lstStyle/>
          <a:p>
            <a:r>
              <a:rPr lang="en-US" sz="1800"/>
              <a:t>Dropping one country at a time</a:t>
            </a:r>
          </a:p>
          <a:p>
            <a:r>
              <a:rPr lang="en-US" sz="1800"/>
              <a:t>Coefficients remain consistent</a:t>
            </a:r>
          </a:p>
          <a:p>
            <a:endParaRPr lang="en-US" sz="1800"/>
          </a:p>
        </p:txBody>
      </p:sp>
      <p:grpSp>
        <p:nvGrpSpPr>
          <p:cNvPr id="14" name="Group 13">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4" name="P_12.mp3">
            <a:hlinkClick r:id="" action="ppaction://media"/>
            <a:extLst>
              <a:ext uri="{FF2B5EF4-FFF2-40B4-BE49-F238E27FC236}">
                <a16:creationId xmlns:a16="http://schemas.microsoft.com/office/drawing/2014/main" id="{FA326A52-9DCD-F3A8-AF88-0A6C9D400EA3}"/>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7928209" y="4663035"/>
            <a:ext cx="812800" cy="812800"/>
          </a:xfrm>
          <a:prstGeom prst="rect">
            <a:avLst/>
          </a:prstGeom>
        </p:spPr>
      </p:pic>
    </p:spTree>
    <p:extLst>
      <p:ext uri="{BB962C8B-B14F-4D97-AF65-F5344CB8AC3E}">
        <p14:creationId xmlns:p14="http://schemas.microsoft.com/office/powerpoint/2010/main" val="3194635371"/>
      </p:ext>
    </p:extLst>
  </p:cSld>
  <p:clrMapOvr>
    <a:masterClrMapping/>
  </p:clrMapOvr>
  <mc:AlternateContent xmlns:mc="http://schemas.openxmlformats.org/markup-compatibility/2006">
    <mc:Choice xmlns:p14="http://schemas.microsoft.com/office/powerpoint/2010/main" Requires="p14">
      <p:transition p14:dur="10" advClick="0" advTm="44000"/>
    </mc:Choice>
    <mc:Fallback>
      <p:transition advClick="0" advTm="4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49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A6C9-165D-8675-D774-D0577482D0D1}"/>
              </a:ext>
            </a:extLst>
          </p:cNvPr>
          <p:cNvSpPr>
            <a:spLocks noGrp="1"/>
          </p:cNvSpPr>
          <p:nvPr>
            <p:ph type="title"/>
          </p:nvPr>
        </p:nvSpPr>
        <p:spPr>
          <a:xfrm>
            <a:off x="1069848" y="484632"/>
            <a:ext cx="10058400" cy="1609344"/>
          </a:xfrm>
        </p:spPr>
        <p:txBody>
          <a:bodyPr>
            <a:normAutofit/>
          </a:bodyPr>
          <a:lstStyle/>
          <a:p>
            <a:r>
              <a:rPr lang="en-US" sz="4400" b="1" dirty="0"/>
              <a:t>Timing of Testing Effects - </a:t>
            </a:r>
            <a:r>
              <a:rPr lang="en-US" sz="1600" b="1" dirty="0"/>
              <a:t>Distributed-Lag Effects</a:t>
            </a:r>
            <a:endParaRPr lang="en-US" sz="4400" dirty="0"/>
          </a:p>
        </p:txBody>
      </p:sp>
      <p:sp>
        <p:nvSpPr>
          <p:cNvPr id="3" name="Content Placeholder 2">
            <a:extLst>
              <a:ext uri="{FF2B5EF4-FFF2-40B4-BE49-F238E27FC236}">
                <a16:creationId xmlns:a16="http://schemas.microsoft.com/office/drawing/2014/main" id="{94991300-BA57-6513-84A8-B455A8C8083F}"/>
              </a:ext>
            </a:extLst>
          </p:cNvPr>
          <p:cNvSpPr>
            <a:spLocks noGrp="1"/>
          </p:cNvSpPr>
          <p:nvPr>
            <p:ph idx="1"/>
          </p:nvPr>
        </p:nvSpPr>
        <p:spPr>
          <a:xfrm>
            <a:off x="1069848" y="2121408"/>
            <a:ext cx="4773168" cy="4050792"/>
          </a:xfrm>
        </p:spPr>
        <p:txBody>
          <a:bodyPr>
            <a:normAutofit/>
          </a:bodyPr>
          <a:lstStyle/>
          <a:p>
            <a:r>
              <a:rPr lang="en-US" dirty="0"/>
              <a:t>Strongest effects at 7–14 days</a:t>
            </a:r>
          </a:p>
          <a:p>
            <a:r>
              <a:rPr lang="en-US" dirty="0"/>
              <a:t>Matches infection cycle</a:t>
            </a:r>
          </a:p>
          <a:p>
            <a:endParaRPr lang="en-US" dirty="0"/>
          </a:p>
        </p:txBody>
      </p:sp>
      <p:pic>
        <p:nvPicPr>
          <p:cNvPr id="5" name="Picture 4">
            <a:extLst>
              <a:ext uri="{FF2B5EF4-FFF2-40B4-BE49-F238E27FC236}">
                <a16:creationId xmlns:a16="http://schemas.microsoft.com/office/drawing/2014/main" id="{5349DEAB-8F4E-68D7-6E96-0C1895C0ABFB}"/>
              </a:ext>
            </a:extLst>
          </p:cNvPr>
          <p:cNvPicPr>
            <a:picLocks noChangeAspect="1"/>
          </p:cNvPicPr>
          <p:nvPr/>
        </p:nvPicPr>
        <p:blipFill>
          <a:blip r:embed="rId5"/>
          <a:stretch>
            <a:fillRect/>
          </a:stretch>
        </p:blipFill>
        <p:spPr>
          <a:xfrm>
            <a:off x="5203371" y="2644412"/>
            <a:ext cx="5924877" cy="3077935"/>
          </a:xfrm>
          <a:prstGeom prst="rect">
            <a:avLst/>
          </a:prstGeom>
        </p:spPr>
      </p:pic>
      <p:pic>
        <p:nvPicPr>
          <p:cNvPr id="4" name="P_13.mp3">
            <a:hlinkClick r:id="" action="ppaction://media"/>
            <a:extLst>
              <a:ext uri="{FF2B5EF4-FFF2-40B4-BE49-F238E27FC236}">
                <a16:creationId xmlns:a16="http://schemas.microsoft.com/office/drawing/2014/main" id="{C467B1F4-1C2E-6A11-6DFC-74E5CE052E0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31485" y="5114158"/>
            <a:ext cx="812800" cy="812800"/>
          </a:xfrm>
          <a:prstGeom prst="rect">
            <a:avLst/>
          </a:prstGeom>
        </p:spPr>
      </p:pic>
    </p:spTree>
    <p:extLst>
      <p:ext uri="{BB962C8B-B14F-4D97-AF65-F5344CB8AC3E}">
        <p14:creationId xmlns:p14="http://schemas.microsoft.com/office/powerpoint/2010/main" val="4139703626"/>
      </p:ext>
    </p:extLst>
  </p:cSld>
  <p:clrMapOvr>
    <a:masterClrMapping/>
  </p:clrMapOvr>
  <mc:AlternateContent xmlns:mc="http://schemas.openxmlformats.org/markup-compatibility/2006">
    <mc:Choice xmlns:p14="http://schemas.microsoft.com/office/powerpoint/2010/main" Requires="p14">
      <p:transition p14:dur="10" advClick="0" advTm="51000"/>
    </mc:Choice>
    <mc:Fallback>
      <p:transition advClick="0" advTm="51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1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383973-4DA1-3C27-3A1D-86682685321A}"/>
              </a:ext>
            </a:extLst>
          </p:cNvPr>
          <p:cNvSpPr>
            <a:spLocks noGrp="1"/>
          </p:cNvSpPr>
          <p:nvPr>
            <p:ph type="title"/>
          </p:nvPr>
        </p:nvSpPr>
        <p:spPr>
          <a:xfrm>
            <a:off x="6400800" y="484632"/>
            <a:ext cx="5299586" cy="1609344"/>
          </a:xfrm>
          <a:ln>
            <a:noFill/>
          </a:ln>
        </p:spPr>
        <p:txBody>
          <a:bodyPr>
            <a:normAutofit/>
          </a:bodyPr>
          <a:lstStyle/>
          <a:p>
            <a:r>
              <a:rPr lang="en-US" sz="4000" b="1"/>
              <a:t>Within-Country Binned 	Scatter</a:t>
            </a:r>
            <a:endParaRPr lang="en-US" sz="4000"/>
          </a:p>
        </p:txBody>
      </p:sp>
      <p:pic>
        <p:nvPicPr>
          <p:cNvPr id="5" name="Picture 4">
            <a:extLst>
              <a:ext uri="{FF2B5EF4-FFF2-40B4-BE49-F238E27FC236}">
                <a16:creationId xmlns:a16="http://schemas.microsoft.com/office/drawing/2014/main" id="{33B888A9-B7DC-64DA-2884-ACD152156666}"/>
              </a:ext>
            </a:extLst>
          </p:cNvPr>
          <p:cNvPicPr>
            <a:picLocks noChangeAspect="1"/>
          </p:cNvPicPr>
          <p:nvPr/>
        </p:nvPicPr>
        <p:blipFill>
          <a:blip r:embed="rId7"/>
          <a:stretch>
            <a:fillRect/>
          </a:stretch>
        </p:blipFill>
        <p:spPr>
          <a:xfrm>
            <a:off x="633999" y="1785768"/>
            <a:ext cx="5112461" cy="3296725"/>
          </a:xfrm>
          <a:prstGeom prst="rect">
            <a:avLst/>
          </a:prstGeom>
        </p:spPr>
      </p:pic>
      <p:sp>
        <p:nvSpPr>
          <p:cNvPr id="3" name="Content Placeholder 2">
            <a:extLst>
              <a:ext uri="{FF2B5EF4-FFF2-40B4-BE49-F238E27FC236}">
                <a16:creationId xmlns:a16="http://schemas.microsoft.com/office/drawing/2014/main" id="{E70202EF-C685-5E09-4D56-BE43D0A2517D}"/>
              </a:ext>
            </a:extLst>
          </p:cNvPr>
          <p:cNvSpPr>
            <a:spLocks noGrp="1"/>
          </p:cNvSpPr>
          <p:nvPr>
            <p:ph idx="1"/>
          </p:nvPr>
        </p:nvSpPr>
        <p:spPr>
          <a:xfrm>
            <a:off x="6400799" y="2121408"/>
            <a:ext cx="5299585" cy="4050792"/>
          </a:xfrm>
        </p:spPr>
        <p:txBody>
          <a:bodyPr>
            <a:normAutofit/>
          </a:bodyPr>
          <a:lstStyle/>
          <a:p>
            <a:r>
              <a:rPr lang="en-US" sz="1800" dirty="0"/>
              <a:t>Clear downward slope</a:t>
            </a:r>
          </a:p>
          <a:p>
            <a:r>
              <a:rPr lang="en-US" sz="1800" dirty="0"/>
              <a:t>Higher testing → lower growth</a:t>
            </a:r>
          </a:p>
          <a:p>
            <a:endParaRPr lang="en-US" sz="1800" dirty="0"/>
          </a:p>
        </p:txBody>
      </p:sp>
      <p:grpSp>
        <p:nvGrpSpPr>
          <p:cNvPr id="23" name="Group 22">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4" name="Oval 23">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5" name="Oval 24">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4" name="P_14.mp3">
            <a:hlinkClick r:id="" action="ppaction://media"/>
            <a:extLst>
              <a:ext uri="{FF2B5EF4-FFF2-40B4-BE49-F238E27FC236}">
                <a16:creationId xmlns:a16="http://schemas.microsoft.com/office/drawing/2014/main" id="{D4EBCEAC-72E7-2F76-0B2C-0297B8EBC497}"/>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089572" y="5359400"/>
            <a:ext cx="812800" cy="812800"/>
          </a:xfrm>
          <a:prstGeom prst="rect">
            <a:avLst/>
          </a:prstGeom>
        </p:spPr>
      </p:pic>
    </p:spTree>
    <p:extLst>
      <p:ext uri="{BB962C8B-B14F-4D97-AF65-F5344CB8AC3E}">
        <p14:creationId xmlns:p14="http://schemas.microsoft.com/office/powerpoint/2010/main" val="6033386"/>
      </p:ext>
    </p:extLst>
  </p:cSld>
  <p:clrMapOvr>
    <a:masterClrMapping/>
  </p:clrMapOvr>
  <mc:AlternateContent xmlns:mc="http://schemas.openxmlformats.org/markup-compatibility/2006">
    <mc:Choice xmlns:p14="http://schemas.microsoft.com/office/powerpoint/2010/main" Requires="p14">
      <p:transition p14:dur="10" advClick="0" advTm="43000"/>
    </mc:Choice>
    <mc:Fallback>
      <p:transition advClick="0" advTm="4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03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EDF16-54AA-1908-1427-91944B673C0D}"/>
              </a:ext>
            </a:extLst>
          </p:cNvPr>
          <p:cNvSpPr>
            <a:spLocks noGrp="1"/>
          </p:cNvSpPr>
          <p:nvPr>
            <p:ph type="title"/>
          </p:nvPr>
        </p:nvSpPr>
        <p:spPr>
          <a:xfrm>
            <a:off x="1069848" y="484632"/>
            <a:ext cx="10058400" cy="1609344"/>
          </a:xfrm>
        </p:spPr>
        <p:txBody>
          <a:bodyPr>
            <a:normAutofit/>
          </a:bodyPr>
          <a:lstStyle/>
          <a:p>
            <a:r>
              <a:rPr lang="en-US" b="1"/>
              <a:t>Interpretation of Findings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5956FBF-866D-7F93-43E1-EF0D02DE8A87}"/>
              </a:ext>
            </a:extLst>
          </p:cNvPr>
          <p:cNvGraphicFramePr>
            <a:graphicFrameLocks noGrp="1"/>
          </p:cNvGraphicFramePr>
          <p:nvPr>
            <p:ph idx="1"/>
            <p:extLst>
              <p:ext uri="{D42A27DB-BD31-4B8C-83A1-F6EECF244321}">
                <p14:modId xmlns:p14="http://schemas.microsoft.com/office/powerpoint/2010/main" val="2723141484"/>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_15.mp3">
            <a:hlinkClick r:id="" action="ppaction://media"/>
            <a:extLst>
              <a:ext uri="{FF2B5EF4-FFF2-40B4-BE49-F238E27FC236}">
                <a16:creationId xmlns:a16="http://schemas.microsoft.com/office/drawing/2014/main" id="{C8CF88FC-02EF-2B59-0522-20E1CDFFA318}"/>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575734" y="5422582"/>
            <a:ext cx="812800" cy="812800"/>
          </a:xfrm>
          <a:prstGeom prst="rect">
            <a:avLst/>
          </a:prstGeom>
        </p:spPr>
      </p:pic>
    </p:spTree>
    <p:extLst>
      <p:ext uri="{BB962C8B-B14F-4D97-AF65-F5344CB8AC3E}">
        <p14:creationId xmlns:p14="http://schemas.microsoft.com/office/powerpoint/2010/main" val="2341811949"/>
      </p:ext>
    </p:extLst>
  </p:cSld>
  <p:clrMapOvr>
    <a:masterClrMapping/>
  </p:clrMapOvr>
  <mc:AlternateContent xmlns:mc="http://schemas.openxmlformats.org/markup-compatibility/2006">
    <mc:Choice xmlns:p14="http://schemas.microsoft.com/office/powerpoint/2010/main" Requires="p14">
      <p:transition p14:dur="10" advClick="0" advTm="47000"/>
    </mc:Choice>
    <mc:Fallback>
      <p:transition advClick="0" advTm="4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759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7431-6BAA-99FA-3E33-0ABF10A2D360}"/>
              </a:ext>
            </a:extLst>
          </p:cNvPr>
          <p:cNvSpPr>
            <a:spLocks noGrp="1"/>
          </p:cNvSpPr>
          <p:nvPr>
            <p:ph type="title"/>
          </p:nvPr>
        </p:nvSpPr>
        <p:spPr>
          <a:xfrm>
            <a:off x="1069848" y="484632"/>
            <a:ext cx="10058400" cy="1609344"/>
          </a:xfrm>
        </p:spPr>
        <p:txBody>
          <a:bodyPr>
            <a:normAutofit/>
          </a:bodyPr>
          <a:lstStyle/>
          <a:p>
            <a:r>
              <a:rPr lang="en-US" b="1"/>
              <a:t>Study Limitations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56D5308-CA89-337F-C4D9-5528754B043F}"/>
              </a:ext>
            </a:extLst>
          </p:cNvPr>
          <p:cNvGraphicFramePr>
            <a:graphicFrameLocks noGrp="1"/>
          </p:cNvGraphicFramePr>
          <p:nvPr>
            <p:ph idx="1"/>
            <p:extLst>
              <p:ext uri="{D42A27DB-BD31-4B8C-83A1-F6EECF244321}">
                <p14:modId xmlns:p14="http://schemas.microsoft.com/office/powerpoint/2010/main" val="731584090"/>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_16.mp3">
            <a:hlinkClick r:id="" action="ppaction://media"/>
            <a:extLst>
              <a:ext uri="{FF2B5EF4-FFF2-40B4-BE49-F238E27FC236}">
                <a16:creationId xmlns:a16="http://schemas.microsoft.com/office/drawing/2014/main" id="{FAA5C02F-F3E3-788B-1622-1FA97DD8BDBD}"/>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657225" y="5672666"/>
            <a:ext cx="812800" cy="812800"/>
          </a:xfrm>
          <a:prstGeom prst="rect">
            <a:avLst/>
          </a:prstGeom>
        </p:spPr>
      </p:pic>
    </p:spTree>
    <p:extLst>
      <p:ext uri="{BB962C8B-B14F-4D97-AF65-F5344CB8AC3E}">
        <p14:creationId xmlns:p14="http://schemas.microsoft.com/office/powerpoint/2010/main" val="3425553036"/>
      </p:ext>
    </p:extLst>
  </p:cSld>
  <p:clrMapOvr>
    <a:masterClrMapping/>
  </p:clrMapOvr>
  <mc:AlternateContent xmlns:mc="http://schemas.openxmlformats.org/markup-compatibility/2006">
    <mc:Choice xmlns:p14="http://schemas.microsoft.com/office/powerpoint/2010/main" Requires="p14">
      <p:transition p14:dur="10" advClick="0" advTm="42000"/>
    </mc:Choice>
    <mc:Fallback>
      <p:transition advClick="0" advTm="4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22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907D-432B-558C-4381-F64B47092B77}"/>
              </a:ext>
            </a:extLst>
          </p:cNvPr>
          <p:cNvSpPr>
            <a:spLocks noGrp="1"/>
          </p:cNvSpPr>
          <p:nvPr>
            <p:ph type="title"/>
          </p:nvPr>
        </p:nvSpPr>
        <p:spPr>
          <a:xfrm>
            <a:off x="1069848" y="484632"/>
            <a:ext cx="10058400" cy="1609344"/>
          </a:xfrm>
        </p:spPr>
        <p:txBody>
          <a:bodyPr>
            <a:normAutofit/>
          </a:bodyPr>
          <a:lstStyle/>
          <a:p>
            <a:r>
              <a:rPr lang="en-US" b="1"/>
              <a:t>Conclusion</a:t>
            </a:r>
            <a:endParaRPr lang="en-US"/>
          </a:p>
        </p:txBody>
      </p:sp>
      <p:sp>
        <p:nvSpPr>
          <p:cNvPr id="14" name="Rectangle 13">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5982FC0-D296-8A68-DC1A-CBA8334EEFC5}"/>
              </a:ext>
            </a:extLst>
          </p:cNvPr>
          <p:cNvGraphicFramePr>
            <a:graphicFrameLocks noGrp="1"/>
          </p:cNvGraphicFramePr>
          <p:nvPr>
            <p:ph idx="1"/>
            <p:extLst>
              <p:ext uri="{D42A27DB-BD31-4B8C-83A1-F6EECF244321}">
                <p14:modId xmlns:p14="http://schemas.microsoft.com/office/powerpoint/2010/main" val="2615987424"/>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_17.mp3">
            <a:hlinkClick r:id="" action="ppaction://media"/>
            <a:extLst>
              <a:ext uri="{FF2B5EF4-FFF2-40B4-BE49-F238E27FC236}">
                <a16:creationId xmlns:a16="http://schemas.microsoft.com/office/drawing/2014/main" id="{55EFF800-692B-3DAA-94B5-992D900022B1}"/>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063625" y="5384800"/>
            <a:ext cx="812800" cy="812800"/>
          </a:xfrm>
          <a:prstGeom prst="rect">
            <a:avLst/>
          </a:prstGeom>
        </p:spPr>
      </p:pic>
    </p:spTree>
    <p:extLst>
      <p:ext uri="{BB962C8B-B14F-4D97-AF65-F5344CB8AC3E}">
        <p14:creationId xmlns:p14="http://schemas.microsoft.com/office/powerpoint/2010/main" val="823432471"/>
      </p:ext>
    </p:extLst>
  </p:cSld>
  <p:clrMapOvr>
    <a:masterClrMapping/>
  </p:clrMapOvr>
  <mc:AlternateContent xmlns:mc="http://schemas.openxmlformats.org/markup-compatibility/2006">
    <mc:Choice xmlns:p14="http://schemas.microsoft.com/office/powerpoint/2010/main" Requires="p14">
      <p:transition p14:dur="10" advClick="0" advTm="49000"/>
    </mc:Choice>
    <mc:Fallback>
      <p:transition advClick="0" advTm="4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74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7571-39C8-7D6E-5B36-2A1C1AB493C4}"/>
              </a:ext>
            </a:extLst>
          </p:cNvPr>
          <p:cNvSpPr>
            <a:spLocks noGrp="1"/>
          </p:cNvSpPr>
          <p:nvPr>
            <p:ph type="title"/>
          </p:nvPr>
        </p:nvSpPr>
        <p:spPr>
          <a:xfrm>
            <a:off x="1069848" y="484632"/>
            <a:ext cx="10058400" cy="1609344"/>
          </a:xfrm>
        </p:spPr>
        <p:txBody>
          <a:bodyPr>
            <a:normAutofit/>
          </a:bodyPr>
          <a:lstStyle/>
          <a:p>
            <a:r>
              <a:rPr lang="en-US" b="1"/>
              <a:t>Future Directions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E2726BA-50DA-5B11-7B8A-6A5902C74959}"/>
              </a:ext>
            </a:extLst>
          </p:cNvPr>
          <p:cNvGraphicFramePr>
            <a:graphicFrameLocks noGrp="1"/>
          </p:cNvGraphicFramePr>
          <p:nvPr>
            <p:ph idx="1"/>
            <p:extLst>
              <p:ext uri="{D42A27DB-BD31-4B8C-83A1-F6EECF244321}">
                <p14:modId xmlns:p14="http://schemas.microsoft.com/office/powerpoint/2010/main" val="350055966"/>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_18.mp3">
            <a:hlinkClick r:id="" action="ppaction://media"/>
            <a:extLst>
              <a:ext uri="{FF2B5EF4-FFF2-40B4-BE49-F238E27FC236}">
                <a16:creationId xmlns:a16="http://schemas.microsoft.com/office/drawing/2014/main" id="{977663D2-C17E-A5AE-5109-9929EEC41694}"/>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541867" y="5596835"/>
            <a:ext cx="812800" cy="812800"/>
          </a:xfrm>
          <a:prstGeom prst="rect">
            <a:avLst/>
          </a:prstGeom>
        </p:spPr>
      </p:pic>
    </p:spTree>
    <p:extLst>
      <p:ext uri="{BB962C8B-B14F-4D97-AF65-F5344CB8AC3E}">
        <p14:creationId xmlns:p14="http://schemas.microsoft.com/office/powerpoint/2010/main" val="1982549232"/>
      </p:ext>
    </p:extLst>
  </p:cSld>
  <p:clrMapOvr>
    <a:masterClrMapping/>
  </p:clrMapOvr>
  <mc:AlternateContent xmlns:mc="http://schemas.openxmlformats.org/markup-compatibility/2006">
    <mc:Choice xmlns:p14="http://schemas.microsoft.com/office/powerpoint/2010/main" Requires="p14">
      <p:transition p14:dur="10" advClick="0" advTm="56000"/>
    </mc:Choice>
    <mc:Fallback>
      <p:transition advClick="0" advTm="56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66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F75F03-300D-E397-312D-E68FC46B0118}"/>
              </a:ext>
            </a:extLst>
          </p:cNvPr>
          <p:cNvSpPr>
            <a:spLocks noGrp="1"/>
          </p:cNvSpPr>
          <p:nvPr>
            <p:ph type="title"/>
          </p:nvPr>
        </p:nvSpPr>
        <p:spPr>
          <a:xfrm>
            <a:off x="382280" y="484632"/>
            <a:ext cx="6743844" cy="1609344"/>
          </a:xfrm>
        </p:spPr>
        <p:txBody>
          <a:bodyPr>
            <a:normAutofit/>
          </a:bodyPr>
          <a:lstStyle/>
          <a:p>
            <a:r>
              <a:rPr lang="en-US" sz="4800" b="1"/>
              <a:t>Thank You</a:t>
            </a:r>
            <a:endParaRPr lang="en-US" sz="4800"/>
          </a:p>
        </p:txBody>
      </p:sp>
      <p:sp>
        <p:nvSpPr>
          <p:cNvPr id="3" name="Content Placeholder 2">
            <a:extLst>
              <a:ext uri="{FF2B5EF4-FFF2-40B4-BE49-F238E27FC236}">
                <a16:creationId xmlns:a16="http://schemas.microsoft.com/office/drawing/2014/main" id="{4114491C-6ECC-BA8C-33A9-625C0E9BA254}"/>
              </a:ext>
            </a:extLst>
          </p:cNvPr>
          <p:cNvSpPr>
            <a:spLocks noGrp="1"/>
          </p:cNvSpPr>
          <p:nvPr>
            <p:ph idx="1"/>
          </p:nvPr>
        </p:nvSpPr>
        <p:spPr>
          <a:xfrm>
            <a:off x="382279" y="2121408"/>
            <a:ext cx="6743845" cy="4050792"/>
          </a:xfrm>
        </p:spPr>
        <p:txBody>
          <a:bodyPr>
            <a:normAutofit/>
          </a:bodyPr>
          <a:lstStyle/>
          <a:p>
            <a:r>
              <a:rPr lang="en-US" sz="1800"/>
              <a:t>Thank you for listening.</a:t>
            </a:r>
          </a:p>
          <a:p>
            <a:endParaRPr lang="en-US" sz="1800"/>
          </a:p>
        </p:txBody>
      </p:sp>
      <p:pic>
        <p:nvPicPr>
          <p:cNvPr id="7" name="Graphic 6" descr="Grinning Face with No Fill">
            <a:extLst>
              <a:ext uri="{FF2B5EF4-FFF2-40B4-BE49-F238E27FC236}">
                <a16:creationId xmlns:a16="http://schemas.microsoft.com/office/drawing/2014/main" id="{6F45CEEC-D0E4-74E2-942A-475901EDAD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03460" y="1595727"/>
            <a:ext cx="3369177" cy="3369177"/>
          </a:xfrm>
          <a:prstGeom prst="rect">
            <a:avLst/>
          </a:prstGeom>
        </p:spPr>
      </p:pic>
      <p:grpSp>
        <p:nvGrpSpPr>
          <p:cNvPr id="17" name="Group 16">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9">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4" name="N_19.mp3">
            <a:hlinkClick r:id="" action="ppaction://media"/>
            <a:extLst>
              <a:ext uri="{FF2B5EF4-FFF2-40B4-BE49-F238E27FC236}">
                <a16:creationId xmlns:a16="http://schemas.microsoft.com/office/drawing/2014/main" id="{2E3E0A4B-956E-BB74-93CB-BE540C98014A}"/>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333075" y="5416881"/>
            <a:ext cx="812800" cy="812800"/>
          </a:xfrm>
          <a:prstGeom prst="rect">
            <a:avLst/>
          </a:prstGeom>
        </p:spPr>
      </p:pic>
    </p:spTree>
    <p:extLst>
      <p:ext uri="{BB962C8B-B14F-4D97-AF65-F5344CB8AC3E}">
        <p14:creationId xmlns:p14="http://schemas.microsoft.com/office/powerpoint/2010/main" val="1201397964"/>
      </p:ext>
    </p:extLst>
  </p:cSld>
  <p:clrMapOvr>
    <a:masterClrMapping/>
  </p:clrMapOvr>
  <mc:AlternateContent xmlns:mc="http://schemas.openxmlformats.org/markup-compatibility/2006" xmlns:p14="http://schemas.microsoft.com/office/powerpoint/2010/main">
    <mc:Choice Requires="p14">
      <p:transition p14:dur="10" advClick="0" advTm="4000"/>
    </mc:Choice>
    <mc:Fallback xmlns="">
      <p:transition advClick="0"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6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10119</TotalTime>
  <Words>2445</Words>
  <Application>Microsoft Macintosh PowerPoint</Application>
  <PresentationFormat>Widescreen</PresentationFormat>
  <Paragraphs>142</Paragraphs>
  <Slides>19</Slides>
  <Notes>19</Notes>
  <HiddenSlides>0</HiddenSlides>
  <MMClips>19</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Calibri</vt:lpstr>
      <vt:lpstr>Rockwell</vt:lpstr>
      <vt:lpstr>Rockwell Condensed</vt:lpstr>
      <vt:lpstr>Rockwell Extra Bold</vt:lpstr>
      <vt:lpstr>Wingdings</vt:lpstr>
      <vt:lpstr>Wood Type</vt:lpstr>
      <vt:lpstr>  Investigating COVID-19 Virus Trends </vt:lpstr>
      <vt:lpstr>Background &amp; Research Motivation</vt:lpstr>
      <vt:lpstr>Research Problem &amp; Significance</vt:lpstr>
      <vt:lpstr>Hypothesis</vt:lpstr>
      <vt:lpstr>Literature Review Summary</vt:lpstr>
      <vt:lpstr>Testing, Outcomes &amp; Interventions</vt:lpstr>
      <vt:lpstr>Dataset Description</vt:lpstr>
      <vt:lpstr>Data Cleaning &amp; Processing</vt:lpstr>
      <vt:lpstr>Statistical Methods</vt:lpstr>
      <vt:lpstr>Regression Summary Table</vt:lpstr>
      <vt:lpstr>Bootstrap Distribution</vt:lpstr>
      <vt:lpstr>Jackknife Distribution</vt:lpstr>
      <vt:lpstr>Timing of Testing Effects - Distributed-Lag Effects</vt:lpstr>
      <vt:lpstr>Within-Country Binned  Scatter</vt:lpstr>
      <vt:lpstr>Interpretation of Findings</vt:lpstr>
      <vt:lpstr>Study Limitations</vt:lpstr>
      <vt:lpstr>Conclusion</vt:lpstr>
      <vt:lpstr>Future Directions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Cung, Debbie Zachi</dc:creator>
  <cp:lastModifiedBy>Cung, Debbie Zachi</cp:lastModifiedBy>
  <cp:revision>112</cp:revision>
  <dcterms:created xsi:type="dcterms:W3CDTF">2025-11-13T19:18:49Z</dcterms:created>
  <dcterms:modified xsi:type="dcterms:W3CDTF">2025-12-11T21:41:22Z</dcterms:modified>
</cp:coreProperties>
</file>